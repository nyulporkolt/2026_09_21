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8" r:id="rId4"/>
    <p:sldId id="259" r:id="rId5"/>
    <p:sldId id="260" r:id="rId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14" d="100"/>
          <a:sy n="114" d="100"/>
        </p:scale>
        <p:origin x="414" y="12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Címdia">
    <p:spTree>
      <p:nvGrpSpPr>
        <p:cNvPr id="1" name=""/>
        <p:cNvGrpSpPr/>
        <p:nvPr/>
      </p:nvGrpSpPr>
      <p:grpSpPr>
        <a:xfrm>
          <a:off x="0" y="0"/>
          <a:ext cx="0" cy="0"/>
          <a:chOff x="0" y="0"/>
          <a:chExt cx="0" cy="0"/>
        </a:xfrm>
      </p:grpSpPr>
      <p:pic>
        <p:nvPicPr>
          <p:cNvPr id="7" name="Picture 6" descr="Droplets-HD-Title-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ctrTitle"/>
          </p:nvPr>
        </p:nvSpPr>
        <p:spPr>
          <a:xfrm>
            <a:off x="1751012" y="1300785"/>
            <a:ext cx="8689976" cy="2509213"/>
          </a:xfrm>
        </p:spPr>
        <p:txBody>
          <a:bodyPr anchor="b">
            <a:normAutofit/>
          </a:bodyPr>
          <a:lstStyle>
            <a:lvl1pPr algn="ctr">
              <a:defRPr sz="4800"/>
            </a:lvl1pPr>
          </a:lstStyle>
          <a:p>
            <a:r>
              <a:rPr lang="hu-HU"/>
              <a:t>Mintacím szerkesztése</a:t>
            </a:r>
            <a:endParaRPr lang="en-US" dirty="0"/>
          </a:p>
        </p:txBody>
      </p:sp>
      <p:sp>
        <p:nvSpPr>
          <p:cNvPr id="3" name="Subtitle 2"/>
          <p:cNvSpPr>
            <a:spLocks noGrp="1"/>
          </p:cNvSpPr>
          <p:nvPr>
            <p:ph type="subTitle" idx="1"/>
          </p:nvPr>
        </p:nvSpPr>
        <p:spPr>
          <a:xfrm>
            <a:off x="1751012" y="3886200"/>
            <a:ext cx="8689976" cy="1371599"/>
          </a:xfrm>
        </p:spPr>
        <p:txBody>
          <a:bodyPr>
            <a:normAutofit/>
          </a:bodyPr>
          <a:lstStyle>
            <a:lvl1pPr marL="0" indent="0" algn="ctr">
              <a:buNone/>
              <a:defRPr sz="2200">
                <a:solidFill>
                  <a:schemeClr val="bg1">
                    <a:lumMod val="5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hu-HU"/>
              <a:t>Kattintson ide az alcím mintájának szerkesztéséhez</a:t>
            </a:r>
            <a:endParaRPr lang="en-US" dirty="0"/>
          </a:p>
        </p:txBody>
      </p:sp>
      <p:sp>
        <p:nvSpPr>
          <p:cNvPr id="4" name="Date Placeholder 3"/>
          <p:cNvSpPr>
            <a:spLocks noGrp="1"/>
          </p:cNvSpPr>
          <p:nvPr>
            <p:ph type="dt" sz="half" idx="10"/>
          </p:nvPr>
        </p:nvSpPr>
        <p:spPr/>
        <p:txBody>
          <a:bodyPr/>
          <a:lstStyle/>
          <a:p>
            <a:fld id="{FEDF7954-FA13-4044-A506-0E0DBA697897}" type="datetimeFigureOut">
              <a:rPr lang="hu-HU" smtClean="0"/>
              <a:t>2026.09.21.</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0C37BB44-E00E-4C1F-BA3A-9A3A6C5E05FC}" type="slidenum">
              <a:rPr lang="hu-HU" smtClean="0"/>
              <a:t>‹#›</a:t>
            </a:fld>
            <a:endParaRPr lang="hu-HU"/>
          </a:p>
        </p:txBody>
      </p:sp>
    </p:spTree>
    <p:extLst>
      <p:ext uri="{BB962C8B-B14F-4D97-AF65-F5344CB8AC3E}">
        <p14:creationId xmlns:p14="http://schemas.microsoft.com/office/powerpoint/2010/main" val="387232203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ím és tartalom">
    <p:spTree>
      <p:nvGrpSpPr>
        <p:cNvPr id="1" name=""/>
        <p:cNvGrpSpPr/>
        <p:nvPr/>
      </p:nvGrpSpPr>
      <p:grpSpPr>
        <a:xfrm>
          <a:off x="0" y="0"/>
          <a:ext cx="0" cy="0"/>
          <a:chOff x="0" y="0"/>
          <a:chExt cx="0" cy="0"/>
        </a:xfrm>
      </p:grpSpPr>
      <p:pic>
        <p:nvPicPr>
          <p:cNvPr id="3" name="Picture 2"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p:txBody>
          <a:bodyPr/>
          <a:lstStyle/>
          <a:p>
            <a:r>
              <a:rPr lang="hu-HU"/>
              <a:t>Mintacím szerkesztése</a:t>
            </a:r>
            <a:endParaRPr lang="en-US" dirty="0"/>
          </a:p>
        </p:txBody>
      </p:sp>
      <p:sp>
        <p:nvSpPr>
          <p:cNvPr id="12" name="Content Placeholder 2"/>
          <p:cNvSpPr>
            <a:spLocks noGrp="1"/>
          </p:cNvSpPr>
          <p:nvPr>
            <p:ph sz="quarter" idx="13"/>
          </p:nvPr>
        </p:nvSpPr>
        <p:spPr>
          <a:xfrm>
            <a:off x="913774" y="2367092"/>
            <a:ext cx="10363826" cy="3424107"/>
          </a:xfrm>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dirty="0"/>
          </a:p>
        </p:txBody>
      </p:sp>
      <p:sp>
        <p:nvSpPr>
          <p:cNvPr id="4" name="Date Placeholder 3"/>
          <p:cNvSpPr>
            <a:spLocks noGrp="1"/>
          </p:cNvSpPr>
          <p:nvPr>
            <p:ph type="dt" sz="half" idx="10"/>
          </p:nvPr>
        </p:nvSpPr>
        <p:spPr/>
        <p:txBody>
          <a:bodyPr/>
          <a:lstStyle/>
          <a:p>
            <a:fld id="{FEDF7954-FA13-4044-A506-0E0DBA697897}" type="datetimeFigureOut">
              <a:rPr lang="hu-HU" smtClean="0"/>
              <a:t>2026.09.21.</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0C37BB44-E00E-4C1F-BA3A-9A3A6C5E05FC}" type="slidenum">
              <a:rPr lang="hu-HU" smtClean="0"/>
              <a:t>‹#›</a:t>
            </a:fld>
            <a:endParaRPr lang="hu-HU"/>
          </a:p>
        </p:txBody>
      </p:sp>
    </p:spTree>
    <p:extLst>
      <p:ext uri="{BB962C8B-B14F-4D97-AF65-F5344CB8AC3E}">
        <p14:creationId xmlns:p14="http://schemas.microsoft.com/office/powerpoint/2010/main" val="39671134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zakaszfejléc">
    <p:spTree>
      <p:nvGrpSpPr>
        <p:cNvPr id="1" name=""/>
        <p:cNvGrpSpPr/>
        <p:nvPr/>
      </p:nvGrpSpPr>
      <p:grpSpPr>
        <a:xfrm>
          <a:off x="0" y="0"/>
          <a:ext cx="0" cy="0"/>
          <a:chOff x="0" y="0"/>
          <a:chExt cx="0" cy="0"/>
        </a:xfrm>
      </p:grpSpPr>
      <p:pic>
        <p:nvPicPr>
          <p:cNvPr id="9" name="Picture 8"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4" y="828563"/>
            <a:ext cx="10351752" cy="2736819"/>
          </a:xfrm>
        </p:spPr>
        <p:txBody>
          <a:bodyPr anchor="b">
            <a:normAutofit/>
          </a:bodyPr>
          <a:lstStyle>
            <a:lvl1pPr>
              <a:defRPr sz="4000"/>
            </a:lvl1pPr>
          </a:lstStyle>
          <a:p>
            <a:r>
              <a:rPr lang="hu-HU"/>
              <a:t>Mintacím szerkesztése</a:t>
            </a:r>
            <a:endParaRPr lang="en-US" dirty="0"/>
          </a:p>
        </p:txBody>
      </p:sp>
      <p:sp>
        <p:nvSpPr>
          <p:cNvPr id="3" name="Text Placeholder 2"/>
          <p:cNvSpPr>
            <a:spLocks noGrp="1"/>
          </p:cNvSpPr>
          <p:nvPr>
            <p:ph type="body" idx="1"/>
          </p:nvPr>
        </p:nvSpPr>
        <p:spPr>
          <a:xfrm>
            <a:off x="913774" y="3657457"/>
            <a:ext cx="10351752" cy="1368183"/>
          </a:xfrm>
        </p:spPr>
        <p:txBody>
          <a:bodyPr>
            <a:normAutofit/>
          </a:bodyPr>
          <a:lstStyle>
            <a:lvl1pPr marL="0" indent="0" algn="ctr">
              <a:buNone/>
              <a:defRPr sz="2000">
                <a:solidFill>
                  <a:schemeClr val="bg1">
                    <a:lumMod val="50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hu-HU"/>
              <a:t>Mintaszöveg szerkesztése</a:t>
            </a:r>
          </a:p>
        </p:txBody>
      </p:sp>
      <p:sp>
        <p:nvSpPr>
          <p:cNvPr id="4" name="Date Placeholder 3"/>
          <p:cNvSpPr>
            <a:spLocks noGrp="1"/>
          </p:cNvSpPr>
          <p:nvPr>
            <p:ph type="dt" sz="half" idx="10"/>
          </p:nvPr>
        </p:nvSpPr>
        <p:spPr/>
        <p:txBody>
          <a:bodyPr/>
          <a:lstStyle/>
          <a:p>
            <a:fld id="{FEDF7954-FA13-4044-A506-0E0DBA697897}" type="datetimeFigureOut">
              <a:rPr lang="hu-HU" smtClean="0"/>
              <a:t>2026.09.21.</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0C37BB44-E00E-4C1F-BA3A-9A3A6C5E05FC}" type="slidenum">
              <a:rPr lang="hu-HU" smtClean="0"/>
              <a:t>‹#›</a:t>
            </a:fld>
            <a:endParaRPr lang="hu-HU"/>
          </a:p>
        </p:txBody>
      </p:sp>
    </p:spTree>
    <p:extLst>
      <p:ext uri="{BB962C8B-B14F-4D97-AF65-F5344CB8AC3E}">
        <p14:creationId xmlns:p14="http://schemas.microsoft.com/office/powerpoint/2010/main" val="254379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tartalomrész">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4" name="Title 1"/>
          <p:cNvSpPr>
            <a:spLocks noGrp="1"/>
          </p:cNvSpPr>
          <p:nvPr>
            <p:ph type="title"/>
          </p:nvPr>
        </p:nvSpPr>
        <p:spPr>
          <a:xfrm>
            <a:off x="913775" y="618517"/>
            <a:ext cx="10364451" cy="1596177"/>
          </a:xfrm>
        </p:spPr>
        <p:txBody>
          <a:bodyPr/>
          <a:lstStyle/>
          <a:p>
            <a:r>
              <a:rPr lang="hu-HU"/>
              <a:t>Mintacím szerkesztése</a:t>
            </a:r>
            <a:endParaRPr lang="en-US" dirty="0"/>
          </a:p>
        </p:txBody>
      </p:sp>
      <p:sp>
        <p:nvSpPr>
          <p:cNvPr id="12" name="Content Placeholder 2"/>
          <p:cNvSpPr>
            <a:spLocks noGrp="1"/>
          </p:cNvSpPr>
          <p:nvPr>
            <p:ph sz="quarter" idx="13"/>
          </p:nvPr>
        </p:nvSpPr>
        <p:spPr>
          <a:xfrm>
            <a:off x="913774" y="2367092"/>
            <a:ext cx="5106026" cy="3424107"/>
          </a:xfrm>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dirty="0"/>
          </a:p>
        </p:txBody>
      </p:sp>
      <p:sp>
        <p:nvSpPr>
          <p:cNvPr id="13" name="Content Placeholder 3"/>
          <p:cNvSpPr>
            <a:spLocks noGrp="1"/>
          </p:cNvSpPr>
          <p:nvPr>
            <p:ph sz="quarter" idx="14"/>
          </p:nvPr>
        </p:nvSpPr>
        <p:spPr>
          <a:xfrm>
            <a:off x="6172200" y="2367092"/>
            <a:ext cx="5105400" cy="3424107"/>
          </a:xfrm>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dirty="0"/>
          </a:p>
        </p:txBody>
      </p:sp>
      <p:sp>
        <p:nvSpPr>
          <p:cNvPr id="5" name="Date Placeholder 4"/>
          <p:cNvSpPr>
            <a:spLocks noGrp="1"/>
          </p:cNvSpPr>
          <p:nvPr>
            <p:ph type="dt" sz="half" idx="10"/>
          </p:nvPr>
        </p:nvSpPr>
        <p:spPr/>
        <p:txBody>
          <a:bodyPr/>
          <a:lstStyle/>
          <a:p>
            <a:fld id="{FEDF7954-FA13-4044-A506-0E0DBA697897}" type="datetimeFigureOut">
              <a:rPr lang="hu-HU" smtClean="0"/>
              <a:t>2026.09.21.</a:t>
            </a:fld>
            <a:endParaRPr lang="hu-HU"/>
          </a:p>
        </p:txBody>
      </p:sp>
      <p:sp>
        <p:nvSpPr>
          <p:cNvPr id="6" name="Footer Placeholder 5"/>
          <p:cNvSpPr>
            <a:spLocks noGrp="1"/>
          </p:cNvSpPr>
          <p:nvPr>
            <p:ph type="ftr" sz="quarter" idx="11"/>
          </p:nvPr>
        </p:nvSpPr>
        <p:spPr/>
        <p:txBody>
          <a:bodyPr/>
          <a:lstStyle/>
          <a:p>
            <a:endParaRPr lang="hu-HU"/>
          </a:p>
        </p:txBody>
      </p:sp>
      <p:sp>
        <p:nvSpPr>
          <p:cNvPr id="7" name="Slide Number Placeholder 6"/>
          <p:cNvSpPr>
            <a:spLocks noGrp="1"/>
          </p:cNvSpPr>
          <p:nvPr>
            <p:ph type="sldNum" sz="quarter" idx="12"/>
          </p:nvPr>
        </p:nvSpPr>
        <p:spPr/>
        <p:txBody>
          <a:bodyPr/>
          <a:lstStyle/>
          <a:p>
            <a:fld id="{0C37BB44-E00E-4C1F-BA3A-9A3A6C5E05FC}" type="slidenum">
              <a:rPr lang="hu-HU" smtClean="0"/>
              <a:t>‹#›</a:t>
            </a:fld>
            <a:endParaRPr lang="hu-HU"/>
          </a:p>
        </p:txBody>
      </p:sp>
    </p:spTree>
    <p:extLst>
      <p:ext uri="{BB962C8B-B14F-4D97-AF65-F5344CB8AC3E}">
        <p14:creationId xmlns:p14="http://schemas.microsoft.com/office/powerpoint/2010/main" val="118215642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Összehasonlítás">
    <p:spTree>
      <p:nvGrpSpPr>
        <p:cNvPr id="1" name=""/>
        <p:cNvGrpSpPr/>
        <p:nvPr/>
      </p:nvGrpSpPr>
      <p:grpSpPr>
        <a:xfrm>
          <a:off x="0" y="0"/>
          <a:ext cx="0" cy="0"/>
          <a:chOff x="0" y="0"/>
          <a:chExt cx="0" cy="0"/>
        </a:xfrm>
      </p:grpSpPr>
      <p:pic>
        <p:nvPicPr>
          <p:cNvPr id="15" name="Picture 14"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4" name="Title 1"/>
          <p:cNvSpPr>
            <a:spLocks noGrp="1"/>
          </p:cNvSpPr>
          <p:nvPr>
            <p:ph type="title"/>
          </p:nvPr>
        </p:nvSpPr>
        <p:spPr>
          <a:xfrm>
            <a:off x="913775" y="618517"/>
            <a:ext cx="10364451" cy="1596177"/>
          </a:xfrm>
        </p:spPr>
        <p:txBody>
          <a:bodyPr/>
          <a:lstStyle/>
          <a:p>
            <a:r>
              <a:rPr lang="hu-HU"/>
              <a:t>Mintacím szerkesztése</a:t>
            </a:r>
            <a:endParaRPr lang="en-US" dirty="0"/>
          </a:p>
        </p:txBody>
      </p:sp>
      <p:sp>
        <p:nvSpPr>
          <p:cNvPr id="3" name="Text Placeholder 2"/>
          <p:cNvSpPr>
            <a:spLocks noGrp="1"/>
          </p:cNvSpPr>
          <p:nvPr>
            <p:ph type="body" idx="1"/>
          </p:nvPr>
        </p:nvSpPr>
        <p:spPr>
          <a:xfrm>
            <a:off x="1146328" y="2371018"/>
            <a:ext cx="4873474" cy="679994"/>
          </a:xfrm>
        </p:spPr>
        <p:txBody>
          <a:bodyPr anchor="b">
            <a:noAutofit/>
          </a:bodyPr>
          <a:lstStyle>
            <a:lvl1pPr marL="0" indent="0">
              <a:lnSpc>
                <a:spcPct val="85000"/>
              </a:lnSpc>
              <a:buNone/>
              <a:defRPr sz="26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12" name="Content Placeholder 3"/>
          <p:cNvSpPr>
            <a:spLocks noGrp="1"/>
          </p:cNvSpPr>
          <p:nvPr>
            <p:ph sz="quarter" idx="13"/>
          </p:nvPr>
        </p:nvSpPr>
        <p:spPr>
          <a:xfrm>
            <a:off x="913774" y="3051012"/>
            <a:ext cx="5106027" cy="2740187"/>
          </a:xfrm>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dirty="0"/>
          </a:p>
        </p:txBody>
      </p:sp>
      <p:sp>
        <p:nvSpPr>
          <p:cNvPr id="5" name="Text Placeholder 4"/>
          <p:cNvSpPr>
            <a:spLocks noGrp="1"/>
          </p:cNvSpPr>
          <p:nvPr>
            <p:ph type="body" sz="quarter" idx="3"/>
          </p:nvPr>
        </p:nvSpPr>
        <p:spPr>
          <a:xfrm>
            <a:off x="6396423" y="2371018"/>
            <a:ext cx="4881804" cy="679994"/>
          </a:xfrm>
        </p:spPr>
        <p:txBody>
          <a:bodyPr anchor="b">
            <a:noAutofit/>
          </a:bodyPr>
          <a:lstStyle>
            <a:lvl1pPr marL="0" indent="0">
              <a:lnSpc>
                <a:spcPct val="85000"/>
              </a:lnSpc>
              <a:buNone/>
              <a:defRPr sz="26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13" name="Content Placeholder 5"/>
          <p:cNvSpPr>
            <a:spLocks noGrp="1"/>
          </p:cNvSpPr>
          <p:nvPr>
            <p:ph sz="quarter" idx="14"/>
          </p:nvPr>
        </p:nvSpPr>
        <p:spPr>
          <a:xfrm>
            <a:off x="6172200" y="3051012"/>
            <a:ext cx="5105401" cy="2740187"/>
          </a:xfrm>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dirty="0"/>
          </a:p>
        </p:txBody>
      </p:sp>
      <p:sp>
        <p:nvSpPr>
          <p:cNvPr id="7" name="Date Placeholder 6"/>
          <p:cNvSpPr>
            <a:spLocks noGrp="1"/>
          </p:cNvSpPr>
          <p:nvPr>
            <p:ph type="dt" sz="half" idx="10"/>
          </p:nvPr>
        </p:nvSpPr>
        <p:spPr/>
        <p:txBody>
          <a:bodyPr/>
          <a:lstStyle/>
          <a:p>
            <a:fld id="{FEDF7954-FA13-4044-A506-0E0DBA697897}" type="datetimeFigureOut">
              <a:rPr lang="hu-HU" smtClean="0"/>
              <a:t>2026.09.21.</a:t>
            </a:fld>
            <a:endParaRPr lang="hu-HU"/>
          </a:p>
        </p:txBody>
      </p:sp>
      <p:sp>
        <p:nvSpPr>
          <p:cNvPr id="8" name="Footer Placeholder 7"/>
          <p:cNvSpPr>
            <a:spLocks noGrp="1"/>
          </p:cNvSpPr>
          <p:nvPr>
            <p:ph type="ftr" sz="quarter" idx="11"/>
          </p:nvPr>
        </p:nvSpPr>
        <p:spPr/>
        <p:txBody>
          <a:bodyPr/>
          <a:lstStyle/>
          <a:p>
            <a:endParaRPr lang="hu-HU"/>
          </a:p>
        </p:txBody>
      </p:sp>
      <p:sp>
        <p:nvSpPr>
          <p:cNvPr id="9" name="Slide Number Placeholder 8"/>
          <p:cNvSpPr>
            <a:spLocks noGrp="1"/>
          </p:cNvSpPr>
          <p:nvPr>
            <p:ph type="sldNum" sz="quarter" idx="12"/>
          </p:nvPr>
        </p:nvSpPr>
        <p:spPr/>
        <p:txBody>
          <a:bodyPr/>
          <a:lstStyle/>
          <a:p>
            <a:fld id="{0C37BB44-E00E-4C1F-BA3A-9A3A6C5E05FC}" type="slidenum">
              <a:rPr lang="hu-HU" smtClean="0"/>
              <a:t>‹#›</a:t>
            </a:fld>
            <a:endParaRPr lang="hu-HU"/>
          </a:p>
        </p:txBody>
      </p:sp>
    </p:spTree>
    <p:extLst>
      <p:ext uri="{BB962C8B-B14F-4D97-AF65-F5344CB8AC3E}">
        <p14:creationId xmlns:p14="http://schemas.microsoft.com/office/powerpoint/2010/main" val="83989732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Csak cím">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p:txBody>
          <a:bodyPr/>
          <a:lstStyle/>
          <a:p>
            <a:r>
              <a:rPr lang="hu-HU"/>
              <a:t>Mintacím szerkesztése</a:t>
            </a:r>
            <a:endParaRPr lang="en-US" dirty="0"/>
          </a:p>
        </p:txBody>
      </p:sp>
      <p:sp>
        <p:nvSpPr>
          <p:cNvPr id="3" name="Date Placeholder 2"/>
          <p:cNvSpPr>
            <a:spLocks noGrp="1"/>
          </p:cNvSpPr>
          <p:nvPr>
            <p:ph type="dt" sz="half" idx="10"/>
          </p:nvPr>
        </p:nvSpPr>
        <p:spPr/>
        <p:txBody>
          <a:bodyPr/>
          <a:lstStyle/>
          <a:p>
            <a:fld id="{FEDF7954-FA13-4044-A506-0E0DBA697897}" type="datetimeFigureOut">
              <a:rPr lang="hu-HU" smtClean="0"/>
              <a:t>2026.09.21.</a:t>
            </a:fld>
            <a:endParaRPr lang="hu-HU"/>
          </a:p>
        </p:txBody>
      </p:sp>
      <p:sp>
        <p:nvSpPr>
          <p:cNvPr id="4" name="Footer Placeholder 3"/>
          <p:cNvSpPr>
            <a:spLocks noGrp="1"/>
          </p:cNvSpPr>
          <p:nvPr>
            <p:ph type="ftr" sz="quarter" idx="11"/>
          </p:nvPr>
        </p:nvSpPr>
        <p:spPr/>
        <p:txBody>
          <a:bodyPr/>
          <a:lstStyle/>
          <a:p>
            <a:endParaRPr lang="hu-HU"/>
          </a:p>
        </p:txBody>
      </p:sp>
      <p:sp>
        <p:nvSpPr>
          <p:cNvPr id="5" name="Slide Number Placeholder 4"/>
          <p:cNvSpPr>
            <a:spLocks noGrp="1"/>
          </p:cNvSpPr>
          <p:nvPr>
            <p:ph type="sldNum" sz="quarter" idx="12"/>
          </p:nvPr>
        </p:nvSpPr>
        <p:spPr/>
        <p:txBody>
          <a:bodyPr/>
          <a:lstStyle/>
          <a:p>
            <a:fld id="{0C37BB44-E00E-4C1F-BA3A-9A3A6C5E05FC}" type="slidenum">
              <a:rPr lang="hu-HU" smtClean="0"/>
              <a:t>‹#›</a:t>
            </a:fld>
            <a:endParaRPr lang="hu-HU"/>
          </a:p>
        </p:txBody>
      </p:sp>
    </p:spTree>
    <p:extLst>
      <p:ext uri="{BB962C8B-B14F-4D97-AF65-F5344CB8AC3E}">
        <p14:creationId xmlns:p14="http://schemas.microsoft.com/office/powerpoint/2010/main" val="17495430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Üres">
    <p:spTree>
      <p:nvGrpSpPr>
        <p:cNvPr id="1" name=""/>
        <p:cNvGrpSpPr/>
        <p:nvPr/>
      </p:nvGrpSpPr>
      <p:grpSpPr>
        <a:xfrm>
          <a:off x="0" y="0"/>
          <a:ext cx="0" cy="0"/>
          <a:chOff x="0" y="0"/>
          <a:chExt cx="0" cy="0"/>
        </a:xfrm>
      </p:grpSpPr>
      <p:pic>
        <p:nvPicPr>
          <p:cNvPr id="7" name="Picture 6"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Date Placeholder 1"/>
          <p:cNvSpPr>
            <a:spLocks noGrp="1"/>
          </p:cNvSpPr>
          <p:nvPr>
            <p:ph type="dt" sz="half" idx="10"/>
          </p:nvPr>
        </p:nvSpPr>
        <p:spPr/>
        <p:txBody>
          <a:bodyPr/>
          <a:lstStyle/>
          <a:p>
            <a:fld id="{FEDF7954-FA13-4044-A506-0E0DBA697897}" type="datetimeFigureOut">
              <a:rPr lang="hu-HU" smtClean="0"/>
              <a:t>2026.09.21.</a:t>
            </a:fld>
            <a:endParaRPr lang="hu-HU"/>
          </a:p>
        </p:txBody>
      </p:sp>
      <p:sp>
        <p:nvSpPr>
          <p:cNvPr id="3" name="Footer Placeholder 2"/>
          <p:cNvSpPr>
            <a:spLocks noGrp="1"/>
          </p:cNvSpPr>
          <p:nvPr>
            <p:ph type="ftr" sz="quarter" idx="11"/>
          </p:nvPr>
        </p:nvSpPr>
        <p:spPr/>
        <p:txBody>
          <a:bodyPr/>
          <a:lstStyle/>
          <a:p>
            <a:endParaRPr lang="hu-HU"/>
          </a:p>
        </p:txBody>
      </p:sp>
      <p:sp>
        <p:nvSpPr>
          <p:cNvPr id="4" name="Slide Number Placeholder 3"/>
          <p:cNvSpPr>
            <a:spLocks noGrp="1"/>
          </p:cNvSpPr>
          <p:nvPr>
            <p:ph type="sldNum" sz="quarter" idx="12"/>
          </p:nvPr>
        </p:nvSpPr>
        <p:spPr/>
        <p:txBody>
          <a:bodyPr/>
          <a:lstStyle/>
          <a:p>
            <a:fld id="{0C37BB44-E00E-4C1F-BA3A-9A3A6C5E05FC}" type="slidenum">
              <a:rPr lang="hu-HU" smtClean="0"/>
              <a:t>‹#›</a:t>
            </a:fld>
            <a:endParaRPr lang="hu-HU"/>
          </a:p>
        </p:txBody>
      </p:sp>
    </p:spTree>
    <p:extLst>
      <p:ext uri="{BB962C8B-B14F-4D97-AF65-F5344CB8AC3E}">
        <p14:creationId xmlns:p14="http://schemas.microsoft.com/office/powerpoint/2010/main" val="5783389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Tartalomrész képaláírással">
    <p:spTree>
      <p:nvGrpSpPr>
        <p:cNvPr id="1" name=""/>
        <p:cNvGrpSpPr/>
        <p:nvPr/>
      </p:nvGrpSpPr>
      <p:grpSpPr>
        <a:xfrm>
          <a:off x="0" y="0"/>
          <a:ext cx="0" cy="0"/>
          <a:chOff x="0" y="0"/>
          <a:chExt cx="0" cy="0"/>
        </a:xfrm>
      </p:grpSpPr>
      <p:pic>
        <p:nvPicPr>
          <p:cNvPr id="11" name="Picture 10"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5" y="609600"/>
            <a:ext cx="3935688" cy="2023252"/>
          </a:xfrm>
        </p:spPr>
        <p:txBody>
          <a:bodyPr anchor="b"/>
          <a:lstStyle>
            <a:lvl1pPr algn="ctr">
              <a:defRPr sz="3200"/>
            </a:lvl1pPr>
          </a:lstStyle>
          <a:p>
            <a:r>
              <a:rPr lang="hu-HU"/>
              <a:t>Mintacím szerkesztése</a:t>
            </a:r>
            <a:endParaRPr lang="en-US" dirty="0"/>
          </a:p>
        </p:txBody>
      </p:sp>
      <p:sp>
        <p:nvSpPr>
          <p:cNvPr id="10" name="Content Placeholder 2"/>
          <p:cNvSpPr>
            <a:spLocks noGrp="1"/>
          </p:cNvSpPr>
          <p:nvPr>
            <p:ph sz="quarter" idx="13"/>
          </p:nvPr>
        </p:nvSpPr>
        <p:spPr>
          <a:xfrm>
            <a:off x="5078062" y="609600"/>
            <a:ext cx="6200163" cy="5181599"/>
          </a:xfrm>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dirty="0"/>
          </a:p>
        </p:txBody>
      </p:sp>
      <p:sp>
        <p:nvSpPr>
          <p:cNvPr id="4" name="Text Placeholder 3"/>
          <p:cNvSpPr>
            <a:spLocks noGrp="1"/>
          </p:cNvSpPr>
          <p:nvPr>
            <p:ph type="body" sz="half" idx="2"/>
          </p:nvPr>
        </p:nvSpPr>
        <p:spPr>
          <a:xfrm>
            <a:off x="913774" y="2632852"/>
            <a:ext cx="3935689" cy="3158348"/>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u-HU"/>
              <a:t>Mintaszöveg szerkesztése</a:t>
            </a:r>
          </a:p>
        </p:txBody>
      </p:sp>
      <p:sp>
        <p:nvSpPr>
          <p:cNvPr id="5" name="Date Placeholder 4"/>
          <p:cNvSpPr>
            <a:spLocks noGrp="1"/>
          </p:cNvSpPr>
          <p:nvPr>
            <p:ph type="dt" sz="half" idx="10"/>
          </p:nvPr>
        </p:nvSpPr>
        <p:spPr/>
        <p:txBody>
          <a:bodyPr/>
          <a:lstStyle/>
          <a:p>
            <a:fld id="{FEDF7954-FA13-4044-A506-0E0DBA697897}" type="datetimeFigureOut">
              <a:rPr lang="hu-HU" smtClean="0"/>
              <a:t>2026.09.21.</a:t>
            </a:fld>
            <a:endParaRPr lang="hu-HU"/>
          </a:p>
        </p:txBody>
      </p:sp>
      <p:sp>
        <p:nvSpPr>
          <p:cNvPr id="6" name="Footer Placeholder 5"/>
          <p:cNvSpPr>
            <a:spLocks noGrp="1"/>
          </p:cNvSpPr>
          <p:nvPr>
            <p:ph type="ftr" sz="quarter" idx="11"/>
          </p:nvPr>
        </p:nvSpPr>
        <p:spPr/>
        <p:txBody>
          <a:bodyPr/>
          <a:lstStyle/>
          <a:p>
            <a:endParaRPr lang="hu-HU"/>
          </a:p>
        </p:txBody>
      </p:sp>
      <p:sp>
        <p:nvSpPr>
          <p:cNvPr id="7" name="Slide Number Placeholder 6"/>
          <p:cNvSpPr>
            <a:spLocks noGrp="1"/>
          </p:cNvSpPr>
          <p:nvPr>
            <p:ph type="sldNum" sz="quarter" idx="12"/>
          </p:nvPr>
        </p:nvSpPr>
        <p:spPr/>
        <p:txBody>
          <a:bodyPr/>
          <a:lstStyle/>
          <a:p>
            <a:fld id="{0C37BB44-E00E-4C1F-BA3A-9A3A6C5E05FC}" type="slidenum">
              <a:rPr lang="hu-HU" smtClean="0"/>
              <a:t>‹#›</a:t>
            </a:fld>
            <a:endParaRPr lang="hu-HU"/>
          </a:p>
        </p:txBody>
      </p:sp>
    </p:spTree>
    <p:extLst>
      <p:ext uri="{BB962C8B-B14F-4D97-AF65-F5344CB8AC3E}">
        <p14:creationId xmlns:p14="http://schemas.microsoft.com/office/powerpoint/2010/main" val="42503150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Kép képaláírással">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4" y="609600"/>
            <a:ext cx="5934969" cy="2023254"/>
          </a:xfrm>
        </p:spPr>
        <p:txBody>
          <a:bodyPr anchor="b"/>
          <a:lstStyle>
            <a:lvl1pPr algn="ctr">
              <a:defRPr sz="3200"/>
            </a:lvl1pPr>
          </a:lstStyle>
          <a:p>
            <a:r>
              <a:rPr lang="hu-HU"/>
              <a:t>Mintacím szerkesztése</a:t>
            </a:r>
            <a:endParaRPr lang="en-US" dirty="0"/>
          </a:p>
        </p:txBody>
      </p:sp>
      <p:sp>
        <p:nvSpPr>
          <p:cNvPr id="3" name="Picture Placeholder 2"/>
          <p:cNvSpPr>
            <a:spLocks noGrp="1" noChangeAspect="1"/>
          </p:cNvSpPr>
          <p:nvPr>
            <p:ph type="pic" idx="1"/>
          </p:nvPr>
        </p:nvSpPr>
        <p:spPr>
          <a:xfrm>
            <a:off x="7424803" y="609601"/>
            <a:ext cx="3255358" cy="5181600"/>
          </a:xfrm>
          <a:prstGeom prst="roundRect">
            <a:avLst>
              <a:gd name="adj" fmla="val 4943"/>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hu-HU"/>
              <a:t>Kép beszúrásához kattintson az ikonra</a:t>
            </a:r>
            <a:endParaRPr lang="en-US" dirty="0"/>
          </a:p>
        </p:txBody>
      </p:sp>
      <p:sp>
        <p:nvSpPr>
          <p:cNvPr id="4" name="Text Placeholder 3"/>
          <p:cNvSpPr>
            <a:spLocks noGrp="1"/>
          </p:cNvSpPr>
          <p:nvPr>
            <p:ph type="body" sz="half" idx="2"/>
          </p:nvPr>
        </p:nvSpPr>
        <p:spPr>
          <a:xfrm>
            <a:off x="913794" y="2632852"/>
            <a:ext cx="5934949" cy="3158347"/>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u-HU"/>
              <a:t>Mintaszöveg szerkesztése</a:t>
            </a:r>
          </a:p>
        </p:txBody>
      </p:sp>
      <p:sp>
        <p:nvSpPr>
          <p:cNvPr id="5" name="Date Placeholder 4"/>
          <p:cNvSpPr>
            <a:spLocks noGrp="1"/>
          </p:cNvSpPr>
          <p:nvPr>
            <p:ph type="dt" sz="half" idx="10"/>
          </p:nvPr>
        </p:nvSpPr>
        <p:spPr/>
        <p:txBody>
          <a:bodyPr/>
          <a:lstStyle/>
          <a:p>
            <a:fld id="{FEDF7954-FA13-4044-A506-0E0DBA697897}" type="datetimeFigureOut">
              <a:rPr lang="hu-HU" smtClean="0"/>
              <a:t>2026.09.21.</a:t>
            </a:fld>
            <a:endParaRPr lang="hu-HU"/>
          </a:p>
        </p:txBody>
      </p:sp>
      <p:sp>
        <p:nvSpPr>
          <p:cNvPr id="6" name="Footer Placeholder 5"/>
          <p:cNvSpPr>
            <a:spLocks noGrp="1"/>
          </p:cNvSpPr>
          <p:nvPr>
            <p:ph type="ftr" sz="quarter" idx="11"/>
          </p:nvPr>
        </p:nvSpPr>
        <p:spPr/>
        <p:txBody>
          <a:bodyPr/>
          <a:lstStyle/>
          <a:p>
            <a:endParaRPr lang="hu-HU"/>
          </a:p>
        </p:txBody>
      </p:sp>
      <p:sp>
        <p:nvSpPr>
          <p:cNvPr id="7" name="Slide Number Placeholder 6"/>
          <p:cNvSpPr>
            <a:spLocks noGrp="1"/>
          </p:cNvSpPr>
          <p:nvPr>
            <p:ph type="sldNum" sz="quarter" idx="12"/>
          </p:nvPr>
        </p:nvSpPr>
        <p:spPr/>
        <p:txBody>
          <a:bodyPr/>
          <a:lstStyle/>
          <a:p>
            <a:fld id="{0C37BB44-E00E-4C1F-BA3A-9A3A6C5E05FC}" type="slidenum">
              <a:rPr lang="hu-HU" smtClean="0"/>
              <a:t>‹#›</a:t>
            </a:fld>
            <a:endParaRPr lang="hu-HU"/>
          </a:p>
        </p:txBody>
      </p:sp>
    </p:spTree>
    <p:extLst>
      <p:ext uri="{BB962C8B-B14F-4D97-AF65-F5344CB8AC3E}">
        <p14:creationId xmlns:p14="http://schemas.microsoft.com/office/powerpoint/2010/main" val="9681628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ámakép képaláírással">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94" y="4289374"/>
            <a:ext cx="10364432" cy="811610"/>
          </a:xfrm>
        </p:spPr>
        <p:txBody>
          <a:bodyPr anchor="b"/>
          <a:lstStyle>
            <a:lvl1pPr>
              <a:defRPr sz="3200"/>
            </a:lvl1pPr>
          </a:lstStyle>
          <a:p>
            <a:r>
              <a:rPr lang="hu-HU"/>
              <a:t>Mintacím szerkesztése</a:t>
            </a:r>
            <a:endParaRPr lang="en-US" dirty="0"/>
          </a:p>
        </p:txBody>
      </p:sp>
      <p:sp>
        <p:nvSpPr>
          <p:cNvPr id="3" name="Picture Placeholder 2"/>
          <p:cNvSpPr>
            <a:spLocks noGrp="1" noChangeAspect="1"/>
          </p:cNvSpPr>
          <p:nvPr>
            <p:ph type="pic" idx="1"/>
          </p:nvPr>
        </p:nvSpPr>
        <p:spPr>
          <a:xfrm>
            <a:off x="1184744" y="698261"/>
            <a:ext cx="9822532" cy="3214136"/>
          </a:xfrm>
          <a:prstGeom prst="roundRect">
            <a:avLst>
              <a:gd name="adj" fmla="val 4944"/>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hu-HU"/>
              <a:t>Kép beszúrásához kattintson az ikonra</a:t>
            </a:r>
            <a:endParaRPr lang="en-US" dirty="0"/>
          </a:p>
        </p:txBody>
      </p:sp>
      <p:sp>
        <p:nvSpPr>
          <p:cNvPr id="4" name="Text Placeholder 3"/>
          <p:cNvSpPr>
            <a:spLocks noGrp="1"/>
          </p:cNvSpPr>
          <p:nvPr>
            <p:ph type="body" sz="half" idx="2"/>
          </p:nvPr>
        </p:nvSpPr>
        <p:spPr>
          <a:xfrm>
            <a:off x="913774" y="5108728"/>
            <a:ext cx="10364452" cy="682472"/>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u-HU"/>
              <a:t>Mintaszöveg szerkesztése</a:t>
            </a:r>
          </a:p>
        </p:txBody>
      </p:sp>
      <p:sp>
        <p:nvSpPr>
          <p:cNvPr id="5" name="Date Placeholder 4"/>
          <p:cNvSpPr>
            <a:spLocks noGrp="1"/>
          </p:cNvSpPr>
          <p:nvPr>
            <p:ph type="dt" sz="half" idx="10"/>
          </p:nvPr>
        </p:nvSpPr>
        <p:spPr/>
        <p:txBody>
          <a:bodyPr/>
          <a:lstStyle/>
          <a:p>
            <a:fld id="{FEDF7954-FA13-4044-A506-0E0DBA697897}" type="datetimeFigureOut">
              <a:rPr lang="hu-HU" smtClean="0"/>
              <a:t>2026.09.21.</a:t>
            </a:fld>
            <a:endParaRPr lang="hu-HU"/>
          </a:p>
        </p:txBody>
      </p:sp>
      <p:sp>
        <p:nvSpPr>
          <p:cNvPr id="6" name="Footer Placeholder 5"/>
          <p:cNvSpPr>
            <a:spLocks noGrp="1"/>
          </p:cNvSpPr>
          <p:nvPr>
            <p:ph type="ftr" sz="quarter" idx="11"/>
          </p:nvPr>
        </p:nvSpPr>
        <p:spPr/>
        <p:txBody>
          <a:bodyPr/>
          <a:lstStyle/>
          <a:p>
            <a:endParaRPr lang="hu-HU"/>
          </a:p>
        </p:txBody>
      </p:sp>
      <p:sp>
        <p:nvSpPr>
          <p:cNvPr id="7" name="Slide Number Placeholder 6"/>
          <p:cNvSpPr>
            <a:spLocks noGrp="1"/>
          </p:cNvSpPr>
          <p:nvPr>
            <p:ph type="sldNum" sz="quarter" idx="12"/>
          </p:nvPr>
        </p:nvSpPr>
        <p:spPr/>
        <p:txBody>
          <a:bodyPr/>
          <a:lstStyle/>
          <a:p>
            <a:fld id="{0C37BB44-E00E-4C1F-BA3A-9A3A6C5E05FC}" type="slidenum">
              <a:rPr lang="hu-HU" smtClean="0"/>
              <a:t>‹#›</a:t>
            </a:fld>
            <a:endParaRPr lang="hu-HU"/>
          </a:p>
        </p:txBody>
      </p:sp>
    </p:spTree>
    <p:extLst>
      <p:ext uri="{BB962C8B-B14F-4D97-AF65-F5344CB8AC3E}">
        <p14:creationId xmlns:p14="http://schemas.microsoft.com/office/powerpoint/2010/main" val="276483776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ím és képaláírás">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4" y="609599"/>
            <a:ext cx="10364452" cy="3427245"/>
          </a:xfrm>
        </p:spPr>
        <p:txBody>
          <a:bodyPr anchor="ctr"/>
          <a:lstStyle>
            <a:lvl1pPr algn="ctr">
              <a:defRPr sz="3200"/>
            </a:lvl1pPr>
          </a:lstStyle>
          <a:p>
            <a:r>
              <a:rPr lang="hu-HU"/>
              <a:t>Mintacím szerkesztése</a:t>
            </a:r>
            <a:endParaRPr lang="en-US" dirty="0"/>
          </a:p>
        </p:txBody>
      </p:sp>
      <p:sp>
        <p:nvSpPr>
          <p:cNvPr id="4" name="Text Placeholder 3"/>
          <p:cNvSpPr>
            <a:spLocks noGrp="1"/>
          </p:cNvSpPr>
          <p:nvPr>
            <p:ph type="body" sz="half" idx="2"/>
          </p:nvPr>
        </p:nvSpPr>
        <p:spPr>
          <a:xfrm>
            <a:off x="913775" y="4204821"/>
            <a:ext cx="10364452" cy="1586380"/>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u-HU"/>
              <a:t>Mintaszöveg szerkesztése</a:t>
            </a:r>
          </a:p>
        </p:txBody>
      </p:sp>
      <p:sp>
        <p:nvSpPr>
          <p:cNvPr id="5" name="Date Placeholder 4"/>
          <p:cNvSpPr>
            <a:spLocks noGrp="1"/>
          </p:cNvSpPr>
          <p:nvPr>
            <p:ph type="dt" sz="half" idx="10"/>
          </p:nvPr>
        </p:nvSpPr>
        <p:spPr/>
        <p:txBody>
          <a:bodyPr/>
          <a:lstStyle/>
          <a:p>
            <a:fld id="{FEDF7954-FA13-4044-A506-0E0DBA697897}" type="datetimeFigureOut">
              <a:rPr lang="hu-HU" smtClean="0"/>
              <a:t>2026.09.21.</a:t>
            </a:fld>
            <a:endParaRPr lang="hu-HU"/>
          </a:p>
        </p:txBody>
      </p:sp>
      <p:sp>
        <p:nvSpPr>
          <p:cNvPr id="6" name="Footer Placeholder 5"/>
          <p:cNvSpPr>
            <a:spLocks noGrp="1"/>
          </p:cNvSpPr>
          <p:nvPr>
            <p:ph type="ftr" sz="quarter" idx="11"/>
          </p:nvPr>
        </p:nvSpPr>
        <p:spPr/>
        <p:txBody>
          <a:bodyPr/>
          <a:lstStyle/>
          <a:p>
            <a:endParaRPr lang="hu-HU"/>
          </a:p>
        </p:txBody>
      </p:sp>
      <p:sp>
        <p:nvSpPr>
          <p:cNvPr id="7" name="Slide Number Placeholder 6"/>
          <p:cNvSpPr>
            <a:spLocks noGrp="1"/>
          </p:cNvSpPr>
          <p:nvPr>
            <p:ph type="sldNum" sz="quarter" idx="12"/>
          </p:nvPr>
        </p:nvSpPr>
        <p:spPr/>
        <p:txBody>
          <a:bodyPr/>
          <a:lstStyle/>
          <a:p>
            <a:fld id="{0C37BB44-E00E-4C1F-BA3A-9A3A6C5E05FC}" type="slidenum">
              <a:rPr lang="hu-HU" smtClean="0"/>
              <a:t>‹#›</a:t>
            </a:fld>
            <a:endParaRPr lang="hu-HU"/>
          </a:p>
        </p:txBody>
      </p:sp>
    </p:spTree>
    <p:extLst>
      <p:ext uri="{BB962C8B-B14F-4D97-AF65-F5344CB8AC3E}">
        <p14:creationId xmlns:p14="http://schemas.microsoft.com/office/powerpoint/2010/main" val="206508454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Idézet képaláírással">
    <p:spTree>
      <p:nvGrpSpPr>
        <p:cNvPr id="1" name=""/>
        <p:cNvGrpSpPr/>
        <p:nvPr/>
      </p:nvGrpSpPr>
      <p:grpSpPr>
        <a:xfrm>
          <a:off x="0" y="0"/>
          <a:ext cx="0" cy="0"/>
          <a:chOff x="0" y="0"/>
          <a:chExt cx="0" cy="0"/>
        </a:xfrm>
      </p:grpSpPr>
      <p:pic>
        <p:nvPicPr>
          <p:cNvPr id="11" name="Picture 10"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1446212" y="609600"/>
            <a:ext cx="9302752" cy="2992904"/>
          </a:xfrm>
        </p:spPr>
        <p:txBody>
          <a:bodyPr anchor="ctr"/>
          <a:lstStyle>
            <a:lvl1pPr>
              <a:defRPr sz="3200"/>
            </a:lvl1pPr>
          </a:lstStyle>
          <a:p>
            <a:r>
              <a:rPr lang="hu-HU"/>
              <a:t>Mintacím szerkesztése</a:t>
            </a:r>
            <a:endParaRPr lang="en-US" dirty="0"/>
          </a:p>
        </p:txBody>
      </p:sp>
      <p:sp>
        <p:nvSpPr>
          <p:cNvPr id="12" name="Text Placeholder 3"/>
          <p:cNvSpPr>
            <a:spLocks noGrp="1"/>
          </p:cNvSpPr>
          <p:nvPr>
            <p:ph type="body" sz="half" idx="13"/>
          </p:nvPr>
        </p:nvSpPr>
        <p:spPr>
          <a:xfrm>
            <a:off x="1720644" y="3610032"/>
            <a:ext cx="8752299" cy="59478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u-HU"/>
              <a:t>Mintaszöveg szerkesztése</a:t>
            </a:r>
          </a:p>
        </p:txBody>
      </p:sp>
      <p:sp>
        <p:nvSpPr>
          <p:cNvPr id="4" name="Text Placeholder 3"/>
          <p:cNvSpPr>
            <a:spLocks noGrp="1"/>
          </p:cNvSpPr>
          <p:nvPr>
            <p:ph type="body" sz="half" idx="2"/>
          </p:nvPr>
        </p:nvSpPr>
        <p:spPr>
          <a:xfrm>
            <a:off x="913774" y="4372796"/>
            <a:ext cx="10364452" cy="1421053"/>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u-HU"/>
              <a:t>Mintaszöveg szerkesztése</a:t>
            </a:r>
          </a:p>
        </p:txBody>
      </p:sp>
      <p:sp>
        <p:nvSpPr>
          <p:cNvPr id="5" name="Date Placeholder 4"/>
          <p:cNvSpPr>
            <a:spLocks noGrp="1"/>
          </p:cNvSpPr>
          <p:nvPr>
            <p:ph type="dt" sz="half" idx="10"/>
          </p:nvPr>
        </p:nvSpPr>
        <p:spPr/>
        <p:txBody>
          <a:bodyPr/>
          <a:lstStyle/>
          <a:p>
            <a:fld id="{FEDF7954-FA13-4044-A506-0E0DBA697897}" type="datetimeFigureOut">
              <a:rPr lang="hu-HU" smtClean="0"/>
              <a:t>2026.09.21.</a:t>
            </a:fld>
            <a:endParaRPr lang="hu-HU"/>
          </a:p>
        </p:txBody>
      </p:sp>
      <p:sp>
        <p:nvSpPr>
          <p:cNvPr id="6" name="Footer Placeholder 5"/>
          <p:cNvSpPr>
            <a:spLocks noGrp="1"/>
          </p:cNvSpPr>
          <p:nvPr>
            <p:ph type="ftr" sz="quarter" idx="11"/>
          </p:nvPr>
        </p:nvSpPr>
        <p:spPr/>
        <p:txBody>
          <a:bodyPr/>
          <a:lstStyle/>
          <a:p>
            <a:endParaRPr lang="hu-HU"/>
          </a:p>
        </p:txBody>
      </p:sp>
      <p:sp>
        <p:nvSpPr>
          <p:cNvPr id="7" name="Slide Number Placeholder 6"/>
          <p:cNvSpPr>
            <a:spLocks noGrp="1"/>
          </p:cNvSpPr>
          <p:nvPr>
            <p:ph type="sldNum" sz="quarter" idx="12"/>
          </p:nvPr>
        </p:nvSpPr>
        <p:spPr/>
        <p:txBody>
          <a:bodyPr/>
          <a:lstStyle/>
          <a:p>
            <a:fld id="{0C37BB44-E00E-4C1F-BA3A-9A3A6C5E05FC}" type="slidenum">
              <a:rPr lang="hu-HU" smtClean="0"/>
              <a:t>‹#›</a:t>
            </a:fld>
            <a:endParaRPr lang="hu-HU"/>
          </a:p>
        </p:txBody>
      </p:sp>
      <p:sp>
        <p:nvSpPr>
          <p:cNvPr id="13" name="TextBox 12"/>
          <p:cNvSpPr txBox="1"/>
          <p:nvPr/>
        </p:nvSpPr>
        <p:spPr>
          <a:xfrm>
            <a:off x="1001488" y="75416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4" name="TextBox 13"/>
          <p:cNvSpPr txBox="1"/>
          <p:nvPr/>
        </p:nvSpPr>
        <p:spPr>
          <a:xfrm>
            <a:off x="10557558" y="299357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321241865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évkártya">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5" y="2138721"/>
            <a:ext cx="10364452" cy="2511835"/>
          </a:xfrm>
        </p:spPr>
        <p:txBody>
          <a:bodyPr anchor="b"/>
          <a:lstStyle>
            <a:lvl1pPr algn="ctr">
              <a:defRPr sz="3200"/>
            </a:lvl1pPr>
          </a:lstStyle>
          <a:p>
            <a:r>
              <a:rPr lang="hu-HU"/>
              <a:t>Mintacím szerkesztése</a:t>
            </a:r>
            <a:endParaRPr lang="en-US" dirty="0"/>
          </a:p>
        </p:txBody>
      </p:sp>
      <p:sp>
        <p:nvSpPr>
          <p:cNvPr id="4" name="Text Placeholder 3"/>
          <p:cNvSpPr>
            <a:spLocks noGrp="1"/>
          </p:cNvSpPr>
          <p:nvPr>
            <p:ph type="body" sz="half" idx="2"/>
          </p:nvPr>
        </p:nvSpPr>
        <p:spPr>
          <a:xfrm>
            <a:off x="913775" y="4662335"/>
            <a:ext cx="10364452"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u-HU"/>
              <a:t>Mintaszöveg szerkesztése</a:t>
            </a:r>
          </a:p>
        </p:txBody>
      </p:sp>
      <p:sp>
        <p:nvSpPr>
          <p:cNvPr id="5" name="Date Placeholder 4"/>
          <p:cNvSpPr>
            <a:spLocks noGrp="1"/>
          </p:cNvSpPr>
          <p:nvPr>
            <p:ph type="dt" sz="half" idx="10"/>
          </p:nvPr>
        </p:nvSpPr>
        <p:spPr/>
        <p:txBody>
          <a:bodyPr/>
          <a:lstStyle/>
          <a:p>
            <a:fld id="{FEDF7954-FA13-4044-A506-0E0DBA697897}" type="datetimeFigureOut">
              <a:rPr lang="hu-HU" smtClean="0"/>
              <a:t>2026.09.21.</a:t>
            </a:fld>
            <a:endParaRPr lang="hu-HU"/>
          </a:p>
        </p:txBody>
      </p:sp>
      <p:sp>
        <p:nvSpPr>
          <p:cNvPr id="6" name="Footer Placeholder 5"/>
          <p:cNvSpPr>
            <a:spLocks noGrp="1"/>
          </p:cNvSpPr>
          <p:nvPr>
            <p:ph type="ftr" sz="quarter" idx="11"/>
          </p:nvPr>
        </p:nvSpPr>
        <p:spPr/>
        <p:txBody>
          <a:bodyPr/>
          <a:lstStyle/>
          <a:p>
            <a:endParaRPr lang="hu-HU"/>
          </a:p>
        </p:txBody>
      </p:sp>
      <p:sp>
        <p:nvSpPr>
          <p:cNvPr id="7" name="Slide Number Placeholder 6"/>
          <p:cNvSpPr>
            <a:spLocks noGrp="1"/>
          </p:cNvSpPr>
          <p:nvPr>
            <p:ph type="sldNum" sz="quarter" idx="12"/>
          </p:nvPr>
        </p:nvSpPr>
        <p:spPr/>
        <p:txBody>
          <a:bodyPr/>
          <a:lstStyle/>
          <a:p>
            <a:fld id="{0C37BB44-E00E-4C1F-BA3A-9A3A6C5E05FC}" type="slidenum">
              <a:rPr lang="hu-HU" smtClean="0"/>
              <a:t>‹#›</a:t>
            </a:fld>
            <a:endParaRPr lang="hu-HU"/>
          </a:p>
        </p:txBody>
      </p:sp>
    </p:spTree>
    <p:extLst>
      <p:ext uri="{BB962C8B-B14F-4D97-AF65-F5344CB8AC3E}">
        <p14:creationId xmlns:p14="http://schemas.microsoft.com/office/powerpoint/2010/main" val="178881340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hasáb">
    <p:spTree>
      <p:nvGrpSpPr>
        <p:cNvPr id="1" name=""/>
        <p:cNvGrpSpPr/>
        <p:nvPr/>
      </p:nvGrpSpPr>
      <p:grpSpPr>
        <a:xfrm>
          <a:off x="0" y="0"/>
          <a:ext cx="0" cy="0"/>
          <a:chOff x="0" y="0"/>
          <a:chExt cx="0" cy="0"/>
        </a:xfrm>
      </p:grpSpPr>
      <p:pic>
        <p:nvPicPr>
          <p:cNvPr id="13" name="Picture 12"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5" name="Title 1"/>
          <p:cNvSpPr>
            <a:spLocks noGrp="1"/>
          </p:cNvSpPr>
          <p:nvPr>
            <p:ph type="title"/>
          </p:nvPr>
        </p:nvSpPr>
        <p:spPr>
          <a:xfrm>
            <a:off x="913774" y="609600"/>
            <a:ext cx="10364452" cy="1605094"/>
          </a:xfrm>
        </p:spPr>
        <p:txBody>
          <a:bodyPr/>
          <a:lstStyle/>
          <a:p>
            <a:r>
              <a:rPr lang="hu-HU"/>
              <a:t>Mintacím szerkesztése</a:t>
            </a:r>
            <a:endParaRPr lang="en-US" dirty="0"/>
          </a:p>
        </p:txBody>
      </p:sp>
      <p:sp>
        <p:nvSpPr>
          <p:cNvPr id="7" name="Text Placeholder 2"/>
          <p:cNvSpPr>
            <a:spLocks noGrp="1"/>
          </p:cNvSpPr>
          <p:nvPr>
            <p:ph type="body" idx="1"/>
          </p:nvPr>
        </p:nvSpPr>
        <p:spPr>
          <a:xfrm>
            <a:off x="913774" y="2367093"/>
            <a:ext cx="3298976" cy="576262"/>
          </a:xfrm>
        </p:spPr>
        <p:txBody>
          <a:bodyPr anchor="b">
            <a:noAutofit/>
          </a:bodyPr>
          <a:lstStyle>
            <a:lvl1pPr marL="0" indent="0" algn="ctr">
              <a:lnSpc>
                <a:spcPct val="8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8" name="Text Placeholder 3"/>
          <p:cNvSpPr>
            <a:spLocks noGrp="1"/>
          </p:cNvSpPr>
          <p:nvPr>
            <p:ph type="body" sz="half" idx="15"/>
          </p:nvPr>
        </p:nvSpPr>
        <p:spPr>
          <a:xfrm>
            <a:off x="913774" y="2943355"/>
            <a:ext cx="3298976"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sp>
        <p:nvSpPr>
          <p:cNvPr id="9" name="Text Placeholder 4"/>
          <p:cNvSpPr>
            <a:spLocks noGrp="1"/>
          </p:cNvSpPr>
          <p:nvPr>
            <p:ph type="body" sz="quarter" idx="3"/>
          </p:nvPr>
        </p:nvSpPr>
        <p:spPr>
          <a:xfrm>
            <a:off x="4452389" y="2367093"/>
            <a:ext cx="3291521" cy="576262"/>
          </a:xfrm>
        </p:spPr>
        <p:txBody>
          <a:bodyPr anchor="b">
            <a:noAutofit/>
          </a:bodyPr>
          <a:lstStyle>
            <a:lvl1pPr marL="0" indent="0" algn="ctr">
              <a:lnSpc>
                <a:spcPct val="8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10" name="Text Placeholder 3"/>
          <p:cNvSpPr>
            <a:spLocks noGrp="1"/>
          </p:cNvSpPr>
          <p:nvPr>
            <p:ph type="body" sz="half" idx="16"/>
          </p:nvPr>
        </p:nvSpPr>
        <p:spPr>
          <a:xfrm>
            <a:off x="4441348" y="2943355"/>
            <a:ext cx="3303351"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sp>
        <p:nvSpPr>
          <p:cNvPr id="11" name="Text Placeholder 4"/>
          <p:cNvSpPr>
            <a:spLocks noGrp="1"/>
          </p:cNvSpPr>
          <p:nvPr>
            <p:ph type="body" sz="quarter" idx="13"/>
          </p:nvPr>
        </p:nvSpPr>
        <p:spPr>
          <a:xfrm>
            <a:off x="7973298" y="2367093"/>
            <a:ext cx="3304928" cy="576262"/>
          </a:xfrm>
        </p:spPr>
        <p:txBody>
          <a:bodyPr anchor="b">
            <a:noAutofit/>
          </a:bodyPr>
          <a:lstStyle>
            <a:lvl1pPr marL="0" indent="0" algn="ctr">
              <a:lnSpc>
                <a:spcPct val="8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12" name="Text Placeholder 3"/>
          <p:cNvSpPr>
            <a:spLocks noGrp="1"/>
          </p:cNvSpPr>
          <p:nvPr>
            <p:ph type="body" sz="half" idx="17"/>
          </p:nvPr>
        </p:nvSpPr>
        <p:spPr>
          <a:xfrm>
            <a:off x="7973298" y="2943355"/>
            <a:ext cx="3304928"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sp>
        <p:nvSpPr>
          <p:cNvPr id="3" name="Date Placeholder 2"/>
          <p:cNvSpPr>
            <a:spLocks noGrp="1"/>
          </p:cNvSpPr>
          <p:nvPr>
            <p:ph type="dt" sz="half" idx="10"/>
          </p:nvPr>
        </p:nvSpPr>
        <p:spPr/>
        <p:txBody>
          <a:bodyPr/>
          <a:lstStyle/>
          <a:p>
            <a:fld id="{FEDF7954-FA13-4044-A506-0E0DBA697897}" type="datetimeFigureOut">
              <a:rPr lang="hu-HU" smtClean="0"/>
              <a:t>2026.09.21.</a:t>
            </a:fld>
            <a:endParaRPr lang="hu-HU"/>
          </a:p>
        </p:txBody>
      </p:sp>
      <p:sp>
        <p:nvSpPr>
          <p:cNvPr id="4" name="Footer Placeholder 3"/>
          <p:cNvSpPr>
            <a:spLocks noGrp="1"/>
          </p:cNvSpPr>
          <p:nvPr>
            <p:ph type="ftr" sz="quarter" idx="11"/>
          </p:nvPr>
        </p:nvSpPr>
        <p:spPr/>
        <p:txBody>
          <a:bodyPr/>
          <a:lstStyle/>
          <a:p>
            <a:endParaRPr lang="hu-HU"/>
          </a:p>
        </p:txBody>
      </p:sp>
      <p:sp>
        <p:nvSpPr>
          <p:cNvPr id="5" name="Slide Number Placeholder 4"/>
          <p:cNvSpPr>
            <a:spLocks noGrp="1"/>
          </p:cNvSpPr>
          <p:nvPr>
            <p:ph type="sldNum" sz="quarter" idx="12"/>
          </p:nvPr>
        </p:nvSpPr>
        <p:spPr/>
        <p:txBody>
          <a:bodyPr/>
          <a:lstStyle/>
          <a:p>
            <a:fld id="{0C37BB44-E00E-4C1F-BA3A-9A3A6C5E05FC}" type="slidenum">
              <a:rPr lang="hu-HU" smtClean="0"/>
              <a:t>‹#›</a:t>
            </a:fld>
            <a:endParaRPr lang="hu-HU"/>
          </a:p>
        </p:txBody>
      </p:sp>
    </p:spTree>
    <p:extLst>
      <p:ext uri="{BB962C8B-B14F-4D97-AF65-F5344CB8AC3E}">
        <p14:creationId xmlns:p14="http://schemas.microsoft.com/office/powerpoint/2010/main" val="251761206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képhasáb">
    <p:spTree>
      <p:nvGrpSpPr>
        <p:cNvPr id="1" name=""/>
        <p:cNvGrpSpPr/>
        <p:nvPr/>
      </p:nvGrpSpPr>
      <p:grpSpPr>
        <a:xfrm>
          <a:off x="0" y="0"/>
          <a:ext cx="0" cy="0"/>
          <a:chOff x="0" y="0"/>
          <a:chExt cx="0" cy="0"/>
        </a:xfrm>
      </p:grpSpPr>
      <p:pic>
        <p:nvPicPr>
          <p:cNvPr id="16" name="Picture 15"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0" name="Title 1"/>
          <p:cNvSpPr>
            <a:spLocks noGrp="1"/>
          </p:cNvSpPr>
          <p:nvPr>
            <p:ph type="title"/>
          </p:nvPr>
        </p:nvSpPr>
        <p:spPr>
          <a:xfrm>
            <a:off x="913774" y="610772"/>
            <a:ext cx="10364452" cy="1603922"/>
          </a:xfrm>
        </p:spPr>
        <p:txBody>
          <a:bodyPr/>
          <a:lstStyle/>
          <a:p>
            <a:r>
              <a:rPr lang="hu-HU"/>
              <a:t>Mintacím szerkesztése</a:t>
            </a:r>
            <a:endParaRPr lang="en-US" dirty="0"/>
          </a:p>
        </p:txBody>
      </p:sp>
      <p:sp>
        <p:nvSpPr>
          <p:cNvPr id="19" name="Text Placeholder 2"/>
          <p:cNvSpPr>
            <a:spLocks noGrp="1"/>
          </p:cNvSpPr>
          <p:nvPr>
            <p:ph type="body" idx="1"/>
          </p:nvPr>
        </p:nvSpPr>
        <p:spPr>
          <a:xfrm>
            <a:off x="913774" y="4204820"/>
            <a:ext cx="3296409" cy="576262"/>
          </a:xfrm>
        </p:spPr>
        <p:txBody>
          <a:bodyPr anchor="b">
            <a:noAutofit/>
          </a:bodyPr>
          <a:lstStyle>
            <a:lvl1pPr marL="0" indent="0" algn="ctr">
              <a:lnSpc>
                <a:spcPct val="8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20" name="Picture Placeholder 2"/>
          <p:cNvSpPr>
            <a:spLocks noGrp="1" noChangeAspect="1"/>
          </p:cNvSpPr>
          <p:nvPr>
            <p:ph type="pic" idx="15"/>
          </p:nvPr>
        </p:nvSpPr>
        <p:spPr>
          <a:xfrm>
            <a:off x="913774" y="2367093"/>
            <a:ext cx="3296409" cy="1524000"/>
          </a:xfrm>
          <a:prstGeom prst="roundRect">
            <a:avLst>
              <a:gd name="adj" fmla="val 9363"/>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hu-HU"/>
              <a:t>Kép beszúrásához kattintson az ikonra</a:t>
            </a:r>
            <a:endParaRPr lang="en-US" dirty="0"/>
          </a:p>
        </p:txBody>
      </p:sp>
      <p:sp>
        <p:nvSpPr>
          <p:cNvPr id="21" name="Text Placeholder 3"/>
          <p:cNvSpPr>
            <a:spLocks noGrp="1"/>
          </p:cNvSpPr>
          <p:nvPr>
            <p:ph type="body" sz="half" idx="18"/>
          </p:nvPr>
        </p:nvSpPr>
        <p:spPr>
          <a:xfrm>
            <a:off x="913774" y="4781082"/>
            <a:ext cx="3296409" cy="101011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sp>
        <p:nvSpPr>
          <p:cNvPr id="22" name="Text Placeholder 4"/>
          <p:cNvSpPr>
            <a:spLocks noGrp="1"/>
          </p:cNvSpPr>
          <p:nvPr>
            <p:ph type="body" sz="quarter" idx="3"/>
          </p:nvPr>
        </p:nvSpPr>
        <p:spPr>
          <a:xfrm>
            <a:off x="4442759" y="4204820"/>
            <a:ext cx="3301828" cy="576262"/>
          </a:xfrm>
        </p:spPr>
        <p:txBody>
          <a:bodyPr anchor="b">
            <a:noAutofit/>
          </a:bodyPr>
          <a:lstStyle>
            <a:lvl1pPr marL="0" indent="0" algn="ctr">
              <a:lnSpc>
                <a:spcPct val="8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23" name="Picture Placeholder 2"/>
          <p:cNvSpPr>
            <a:spLocks noGrp="1" noChangeAspect="1"/>
          </p:cNvSpPr>
          <p:nvPr>
            <p:ph type="pic" idx="21"/>
          </p:nvPr>
        </p:nvSpPr>
        <p:spPr>
          <a:xfrm>
            <a:off x="4441348" y="2367093"/>
            <a:ext cx="3303352" cy="1524000"/>
          </a:xfrm>
          <a:prstGeom prst="roundRect">
            <a:avLst>
              <a:gd name="adj" fmla="val 8841"/>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hu-HU"/>
              <a:t>Kép beszúrásához kattintson az ikonra</a:t>
            </a:r>
            <a:endParaRPr lang="en-US" dirty="0"/>
          </a:p>
        </p:txBody>
      </p:sp>
      <p:sp>
        <p:nvSpPr>
          <p:cNvPr id="24" name="Text Placeholder 3"/>
          <p:cNvSpPr>
            <a:spLocks noGrp="1"/>
          </p:cNvSpPr>
          <p:nvPr>
            <p:ph type="body" sz="half" idx="19"/>
          </p:nvPr>
        </p:nvSpPr>
        <p:spPr>
          <a:xfrm>
            <a:off x="4441348" y="4781080"/>
            <a:ext cx="3303352" cy="1010119"/>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sp>
        <p:nvSpPr>
          <p:cNvPr id="25" name="Text Placeholder 4"/>
          <p:cNvSpPr>
            <a:spLocks noGrp="1"/>
          </p:cNvSpPr>
          <p:nvPr>
            <p:ph type="body" sz="quarter" idx="13"/>
          </p:nvPr>
        </p:nvSpPr>
        <p:spPr>
          <a:xfrm>
            <a:off x="7973298" y="4204820"/>
            <a:ext cx="3300681" cy="576262"/>
          </a:xfrm>
        </p:spPr>
        <p:txBody>
          <a:bodyPr anchor="b">
            <a:noAutofit/>
          </a:bodyPr>
          <a:lstStyle>
            <a:lvl1pPr marL="0" indent="0" algn="ctr">
              <a:lnSpc>
                <a:spcPct val="8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26" name="Picture Placeholder 2"/>
          <p:cNvSpPr>
            <a:spLocks noGrp="1" noChangeAspect="1"/>
          </p:cNvSpPr>
          <p:nvPr>
            <p:ph type="pic" idx="22"/>
          </p:nvPr>
        </p:nvSpPr>
        <p:spPr>
          <a:xfrm>
            <a:off x="7973298" y="2367093"/>
            <a:ext cx="3304928" cy="1524000"/>
          </a:xfrm>
          <a:prstGeom prst="roundRect">
            <a:avLst>
              <a:gd name="adj" fmla="val 8841"/>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hu-HU"/>
              <a:t>Kép beszúrásához kattintson az ikonra</a:t>
            </a:r>
            <a:endParaRPr lang="en-US" dirty="0"/>
          </a:p>
        </p:txBody>
      </p:sp>
      <p:sp>
        <p:nvSpPr>
          <p:cNvPr id="27" name="Text Placeholder 3"/>
          <p:cNvSpPr>
            <a:spLocks noGrp="1"/>
          </p:cNvSpPr>
          <p:nvPr>
            <p:ph type="body" sz="half" idx="20"/>
          </p:nvPr>
        </p:nvSpPr>
        <p:spPr>
          <a:xfrm>
            <a:off x="7973173" y="4781078"/>
            <a:ext cx="3305053" cy="1010121"/>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sp>
        <p:nvSpPr>
          <p:cNvPr id="3" name="Date Placeholder 2"/>
          <p:cNvSpPr>
            <a:spLocks noGrp="1"/>
          </p:cNvSpPr>
          <p:nvPr>
            <p:ph type="dt" sz="half" idx="10"/>
          </p:nvPr>
        </p:nvSpPr>
        <p:spPr/>
        <p:txBody>
          <a:bodyPr/>
          <a:lstStyle/>
          <a:p>
            <a:fld id="{FEDF7954-FA13-4044-A506-0E0DBA697897}" type="datetimeFigureOut">
              <a:rPr lang="hu-HU" smtClean="0"/>
              <a:t>2026.09.21.</a:t>
            </a:fld>
            <a:endParaRPr lang="hu-HU"/>
          </a:p>
        </p:txBody>
      </p:sp>
      <p:sp>
        <p:nvSpPr>
          <p:cNvPr id="4" name="Footer Placeholder 3"/>
          <p:cNvSpPr>
            <a:spLocks noGrp="1"/>
          </p:cNvSpPr>
          <p:nvPr>
            <p:ph type="ftr" sz="quarter" idx="11"/>
          </p:nvPr>
        </p:nvSpPr>
        <p:spPr/>
        <p:txBody>
          <a:bodyPr/>
          <a:lstStyle/>
          <a:p>
            <a:endParaRPr lang="hu-HU"/>
          </a:p>
        </p:txBody>
      </p:sp>
      <p:sp>
        <p:nvSpPr>
          <p:cNvPr id="5" name="Slide Number Placeholder 4"/>
          <p:cNvSpPr>
            <a:spLocks noGrp="1"/>
          </p:cNvSpPr>
          <p:nvPr>
            <p:ph type="sldNum" sz="quarter" idx="12"/>
          </p:nvPr>
        </p:nvSpPr>
        <p:spPr/>
        <p:txBody>
          <a:bodyPr/>
          <a:lstStyle/>
          <a:p>
            <a:fld id="{0C37BB44-E00E-4C1F-BA3A-9A3A6C5E05FC}" type="slidenum">
              <a:rPr lang="hu-HU" smtClean="0"/>
              <a:t>‹#›</a:t>
            </a:fld>
            <a:endParaRPr lang="hu-HU"/>
          </a:p>
        </p:txBody>
      </p:sp>
    </p:spTree>
    <p:extLst>
      <p:ext uri="{BB962C8B-B14F-4D97-AF65-F5344CB8AC3E}">
        <p14:creationId xmlns:p14="http://schemas.microsoft.com/office/powerpoint/2010/main" val="176683011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Cím és függőleges szöveg">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p:txBody>
          <a:bodyPr/>
          <a:lstStyle/>
          <a:p>
            <a:r>
              <a:rPr lang="hu-HU"/>
              <a:t>Mintacím szerkesztése</a:t>
            </a:r>
            <a:endParaRPr lang="en-US" dirty="0"/>
          </a:p>
        </p:txBody>
      </p:sp>
      <p:sp>
        <p:nvSpPr>
          <p:cNvPr id="11" name="Vertical Text Placeholder 2"/>
          <p:cNvSpPr>
            <a:spLocks noGrp="1"/>
          </p:cNvSpPr>
          <p:nvPr>
            <p:ph type="body" orient="vert" sz="quarter" idx="13"/>
          </p:nvPr>
        </p:nvSpPr>
        <p:spPr>
          <a:xfrm>
            <a:off x="913775" y="2367093"/>
            <a:ext cx="10364452" cy="3424107"/>
          </a:xfrm>
        </p:spPr>
        <p:txBody>
          <a:bodyPr vert="eaVert"/>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dirty="0"/>
          </a:p>
        </p:txBody>
      </p:sp>
      <p:sp>
        <p:nvSpPr>
          <p:cNvPr id="4" name="Date Placeholder 3"/>
          <p:cNvSpPr>
            <a:spLocks noGrp="1"/>
          </p:cNvSpPr>
          <p:nvPr>
            <p:ph type="dt" sz="half" idx="10"/>
          </p:nvPr>
        </p:nvSpPr>
        <p:spPr/>
        <p:txBody>
          <a:bodyPr/>
          <a:lstStyle/>
          <a:p>
            <a:fld id="{FEDF7954-FA13-4044-A506-0E0DBA697897}" type="datetimeFigureOut">
              <a:rPr lang="hu-HU" smtClean="0"/>
              <a:t>2026.09.21.</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0C37BB44-E00E-4C1F-BA3A-9A3A6C5E05FC}" type="slidenum">
              <a:rPr lang="hu-HU" smtClean="0"/>
              <a:t>‹#›</a:t>
            </a:fld>
            <a:endParaRPr lang="hu-HU"/>
          </a:p>
        </p:txBody>
      </p:sp>
    </p:spTree>
    <p:extLst>
      <p:ext uri="{BB962C8B-B14F-4D97-AF65-F5344CB8AC3E}">
        <p14:creationId xmlns:p14="http://schemas.microsoft.com/office/powerpoint/2010/main" val="966968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Függőleges cím és szöveg">
    <p:spTree>
      <p:nvGrpSpPr>
        <p:cNvPr id="1" name=""/>
        <p:cNvGrpSpPr/>
        <p:nvPr/>
      </p:nvGrpSpPr>
      <p:grpSpPr>
        <a:xfrm>
          <a:off x="0" y="0"/>
          <a:ext cx="0" cy="0"/>
          <a:chOff x="0" y="0"/>
          <a:chExt cx="0" cy="0"/>
        </a:xfrm>
      </p:grpSpPr>
      <p:pic>
        <p:nvPicPr>
          <p:cNvPr id="9" name="Picture 8"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Vertical Title 1"/>
          <p:cNvSpPr>
            <a:spLocks noGrp="1"/>
          </p:cNvSpPr>
          <p:nvPr>
            <p:ph type="title" orient="vert"/>
          </p:nvPr>
        </p:nvSpPr>
        <p:spPr>
          <a:xfrm>
            <a:off x="8724900" y="609601"/>
            <a:ext cx="2553326" cy="5181599"/>
          </a:xfrm>
        </p:spPr>
        <p:txBody>
          <a:bodyPr vert="eaVert"/>
          <a:lstStyle>
            <a:lvl1pPr algn="l">
              <a:defRPr/>
            </a:lvl1pPr>
          </a:lstStyle>
          <a:p>
            <a:r>
              <a:rPr lang="hu-HU"/>
              <a:t>Mintacím szerkesztése</a:t>
            </a:r>
            <a:endParaRPr lang="en-US" dirty="0"/>
          </a:p>
        </p:txBody>
      </p:sp>
      <p:sp>
        <p:nvSpPr>
          <p:cNvPr id="8" name="Vertical Text Placeholder 2"/>
          <p:cNvSpPr>
            <a:spLocks noGrp="1"/>
          </p:cNvSpPr>
          <p:nvPr>
            <p:ph type="body" orient="vert" sz="quarter" idx="13"/>
          </p:nvPr>
        </p:nvSpPr>
        <p:spPr>
          <a:xfrm>
            <a:off x="913775" y="609601"/>
            <a:ext cx="7658724" cy="5181599"/>
          </a:xfrm>
        </p:spPr>
        <p:txBody>
          <a:bodyPr vert="eaVert"/>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dirty="0"/>
          </a:p>
        </p:txBody>
      </p:sp>
      <p:sp>
        <p:nvSpPr>
          <p:cNvPr id="4" name="Date Placeholder 3"/>
          <p:cNvSpPr>
            <a:spLocks noGrp="1"/>
          </p:cNvSpPr>
          <p:nvPr>
            <p:ph type="dt" sz="half" idx="10"/>
          </p:nvPr>
        </p:nvSpPr>
        <p:spPr/>
        <p:txBody>
          <a:bodyPr/>
          <a:lstStyle/>
          <a:p>
            <a:fld id="{FEDF7954-FA13-4044-A506-0E0DBA697897}" type="datetimeFigureOut">
              <a:rPr lang="hu-HU" smtClean="0"/>
              <a:t>2026.09.21.</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0C37BB44-E00E-4C1F-BA3A-9A3A6C5E05FC}" type="slidenum">
              <a:rPr lang="hu-HU" smtClean="0"/>
              <a:t>‹#›</a:t>
            </a:fld>
            <a:endParaRPr lang="hu-HU"/>
          </a:p>
        </p:txBody>
      </p:sp>
    </p:spTree>
    <p:extLst>
      <p:ext uri="{BB962C8B-B14F-4D97-AF65-F5344CB8AC3E}">
        <p14:creationId xmlns:p14="http://schemas.microsoft.com/office/powerpoint/2010/main" val="41550979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2">
        <a:schemeClr val="bg1"/>
      </p:bgRef>
    </p:bg>
    <p:spTree>
      <p:nvGrpSpPr>
        <p:cNvPr id="1" name=""/>
        <p:cNvGrpSpPr/>
        <p:nvPr/>
      </p:nvGrpSpPr>
      <p:grpSpPr>
        <a:xfrm>
          <a:off x="0" y="0"/>
          <a:ext cx="0" cy="0"/>
          <a:chOff x="0" y="0"/>
          <a:chExt cx="0" cy="0"/>
        </a:xfrm>
      </p:grpSpPr>
      <p:pic>
        <p:nvPicPr>
          <p:cNvPr id="1026" name="Picture 2" descr="\\DROBO-FS\QuickDrops\JB\PPTX NG\Droplets\LightingOverlay.png"/>
          <p:cNvPicPr>
            <a:picLocks noChangeAspect="1" noChangeArrowheads="1"/>
          </p:cNvPicPr>
          <p:nvPr/>
        </p:nvPicPr>
        <p:blipFill>
          <a:blip r:embed="rId19">
            <a:alphaModFix/>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a:solidFill>
                  <a:srgbClr val="FFFFFF"/>
                </a:solidFill>
              </a14:hiddenFill>
            </a:ext>
          </a:extLst>
        </p:spPr>
      </p:pic>
      <p:sp>
        <p:nvSpPr>
          <p:cNvPr id="2" name="Title Placeholder 1"/>
          <p:cNvSpPr>
            <a:spLocks noGrp="1"/>
          </p:cNvSpPr>
          <p:nvPr>
            <p:ph type="title"/>
          </p:nvPr>
        </p:nvSpPr>
        <p:spPr>
          <a:xfrm>
            <a:off x="913775" y="618517"/>
            <a:ext cx="10364451" cy="1596177"/>
          </a:xfrm>
          <a:prstGeom prst="rect">
            <a:avLst/>
          </a:prstGeom>
        </p:spPr>
        <p:txBody>
          <a:bodyPr vert="horz" lIns="91440" tIns="45720" rIns="91440" bIns="45720" rtlCol="0" anchor="ctr">
            <a:normAutofit/>
          </a:bodyPr>
          <a:lstStyle/>
          <a:p>
            <a:r>
              <a:rPr lang="hu-HU"/>
              <a:t>Mintacím szerkesztése</a:t>
            </a:r>
            <a:endParaRPr lang="en-US" dirty="0"/>
          </a:p>
        </p:txBody>
      </p:sp>
      <p:sp>
        <p:nvSpPr>
          <p:cNvPr id="3" name="Text Placeholder 2"/>
          <p:cNvSpPr>
            <a:spLocks noGrp="1"/>
          </p:cNvSpPr>
          <p:nvPr>
            <p:ph type="body" idx="1"/>
          </p:nvPr>
        </p:nvSpPr>
        <p:spPr>
          <a:xfrm>
            <a:off x="913775" y="2367093"/>
            <a:ext cx="10364452" cy="3424107"/>
          </a:xfrm>
          <a:prstGeom prst="rect">
            <a:avLst/>
          </a:prstGeom>
        </p:spPr>
        <p:txBody>
          <a:bodyPr vert="horz" lIns="91440" tIns="45720" rIns="91440" bIns="45720" rtlCol="0">
            <a:normAutofit/>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dirty="0"/>
          </a:p>
        </p:txBody>
      </p:sp>
      <p:sp>
        <p:nvSpPr>
          <p:cNvPr id="4" name="Date Placeholder 3"/>
          <p:cNvSpPr>
            <a:spLocks noGrp="1"/>
          </p:cNvSpPr>
          <p:nvPr>
            <p:ph type="dt" sz="half" idx="2"/>
          </p:nvPr>
        </p:nvSpPr>
        <p:spPr>
          <a:xfrm>
            <a:off x="7678737" y="5883275"/>
            <a:ext cx="2743200" cy="365125"/>
          </a:xfrm>
          <a:prstGeom prst="rect">
            <a:avLst/>
          </a:prstGeom>
        </p:spPr>
        <p:txBody>
          <a:bodyPr vert="horz" lIns="91440" tIns="45720" rIns="91440" bIns="45720" rtlCol="0" anchor="ctr"/>
          <a:lstStyle>
            <a:lvl1pPr algn="r">
              <a:defRPr sz="1000">
                <a:solidFill>
                  <a:schemeClr val="tx1"/>
                </a:solidFill>
              </a:defRPr>
            </a:lvl1pPr>
          </a:lstStyle>
          <a:p>
            <a:fld id="{FEDF7954-FA13-4044-A506-0E0DBA697897}" type="datetimeFigureOut">
              <a:rPr lang="hu-HU" smtClean="0"/>
              <a:t>2026.09.21.</a:t>
            </a:fld>
            <a:endParaRPr lang="hu-HU"/>
          </a:p>
        </p:txBody>
      </p:sp>
      <p:sp>
        <p:nvSpPr>
          <p:cNvPr id="5" name="Footer Placeholder 4"/>
          <p:cNvSpPr>
            <a:spLocks noGrp="1"/>
          </p:cNvSpPr>
          <p:nvPr>
            <p:ph type="ftr" sz="quarter" idx="3"/>
          </p:nvPr>
        </p:nvSpPr>
        <p:spPr>
          <a:xfrm>
            <a:off x="913774" y="5883275"/>
            <a:ext cx="6672887" cy="365125"/>
          </a:xfrm>
          <a:prstGeom prst="rect">
            <a:avLst/>
          </a:prstGeom>
        </p:spPr>
        <p:txBody>
          <a:bodyPr vert="horz" lIns="91440" tIns="45720" rIns="91440" bIns="45720" rtlCol="0" anchor="ctr"/>
          <a:lstStyle>
            <a:lvl1pPr algn="l">
              <a:defRPr sz="1000">
                <a:solidFill>
                  <a:schemeClr val="tx1"/>
                </a:solidFill>
              </a:defRPr>
            </a:lvl1pPr>
          </a:lstStyle>
          <a:p>
            <a:endParaRPr lang="hu-HU"/>
          </a:p>
        </p:txBody>
      </p:sp>
      <p:sp>
        <p:nvSpPr>
          <p:cNvPr id="6" name="Slide Number Placeholder 5"/>
          <p:cNvSpPr>
            <a:spLocks noGrp="1"/>
          </p:cNvSpPr>
          <p:nvPr>
            <p:ph type="sldNum" sz="quarter" idx="4"/>
          </p:nvPr>
        </p:nvSpPr>
        <p:spPr>
          <a:xfrm>
            <a:off x="10514011" y="5883275"/>
            <a:ext cx="764215" cy="365125"/>
          </a:xfrm>
          <a:prstGeom prst="rect">
            <a:avLst/>
          </a:prstGeom>
        </p:spPr>
        <p:txBody>
          <a:bodyPr vert="horz" lIns="91440" tIns="45720" rIns="91440" bIns="45720" rtlCol="0" anchor="ctr"/>
          <a:lstStyle>
            <a:lvl1pPr algn="r">
              <a:defRPr sz="1000">
                <a:solidFill>
                  <a:schemeClr val="tx1"/>
                </a:solidFill>
              </a:defRPr>
            </a:lvl1pPr>
          </a:lstStyle>
          <a:p>
            <a:fld id="{0C37BB44-E00E-4C1F-BA3A-9A3A6C5E05FC}" type="slidenum">
              <a:rPr lang="hu-HU" smtClean="0"/>
              <a:t>‹#›</a:t>
            </a:fld>
            <a:endParaRPr lang="hu-HU"/>
          </a:p>
        </p:txBody>
      </p:sp>
    </p:spTree>
    <p:extLst>
      <p:ext uri="{BB962C8B-B14F-4D97-AF65-F5344CB8AC3E}">
        <p14:creationId xmlns:p14="http://schemas.microsoft.com/office/powerpoint/2010/main" val="31821786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ctr" defTabSz="914400" rtl="0" eaLnBrk="1" latinLnBrk="0" hangingPunct="1">
        <a:lnSpc>
          <a:spcPct val="90000"/>
        </a:lnSpc>
        <a:spcBef>
          <a:spcPct val="0"/>
        </a:spcBef>
        <a:buNone/>
        <a:defRPr sz="3600" kern="1200" cap="all" baseline="0">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tx1"/>
        </a:buClr>
        <a:buFont typeface="Arial" panose="020B0604020202020204" pitchFamily="34" charset="0"/>
        <a:buChar char="•"/>
        <a:defRPr sz="2000" kern="1200" cap="all" baseline="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tx1"/>
        </a:buClr>
        <a:buFont typeface="Arial" panose="020B0604020202020204" pitchFamily="34" charset="0"/>
        <a:buChar char="•"/>
        <a:defRPr sz="1800" kern="1200" cap="all"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tx1"/>
        </a:buClr>
        <a:buFont typeface="Arial" panose="020B0604020202020204" pitchFamily="34" charset="0"/>
        <a:buChar char="•"/>
        <a:defRPr sz="1600" kern="1200" cap="all" baseline="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jpe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image" Target="../media/image12.jpeg"/><Relationship Id="rId1" Type="http://schemas.openxmlformats.org/officeDocument/2006/relationships/slideLayout" Target="../slideLayouts/slideLayout1.xml"/><Relationship Id="rId4"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CA17598C-8ACD-4D39-9F2A-3FF7989A6482}"/>
              </a:ext>
            </a:extLst>
          </p:cNvPr>
          <p:cNvSpPr>
            <a:spLocks noGrp="1"/>
          </p:cNvSpPr>
          <p:nvPr>
            <p:ph type="ctrTitle"/>
          </p:nvPr>
        </p:nvSpPr>
        <p:spPr/>
        <p:txBody>
          <a:bodyPr/>
          <a:lstStyle/>
          <a:p>
            <a:r>
              <a:rPr lang="hu-HU" dirty="0"/>
              <a:t>Hogyan Alkossunk egy álomcsapatot amiben egy öröm dolgozni</a:t>
            </a:r>
          </a:p>
        </p:txBody>
      </p:sp>
      <p:sp>
        <p:nvSpPr>
          <p:cNvPr id="3" name="Alcím 2">
            <a:extLst>
              <a:ext uri="{FF2B5EF4-FFF2-40B4-BE49-F238E27FC236}">
                <a16:creationId xmlns:a16="http://schemas.microsoft.com/office/drawing/2014/main" id="{7E256A31-7CDC-4C60-851C-D147B87844FF}"/>
              </a:ext>
            </a:extLst>
          </p:cNvPr>
          <p:cNvSpPr>
            <a:spLocks noGrp="1"/>
          </p:cNvSpPr>
          <p:nvPr>
            <p:ph type="subTitle" idx="1"/>
          </p:nvPr>
        </p:nvSpPr>
        <p:spPr/>
        <p:txBody>
          <a:bodyPr/>
          <a:lstStyle/>
          <a:p>
            <a:r>
              <a:rPr lang="hu-HU" dirty="0"/>
              <a:t>Kreálta: László Bence</a:t>
            </a:r>
          </a:p>
        </p:txBody>
      </p:sp>
    </p:spTree>
    <p:extLst>
      <p:ext uri="{BB962C8B-B14F-4D97-AF65-F5344CB8AC3E}">
        <p14:creationId xmlns:p14="http://schemas.microsoft.com/office/powerpoint/2010/main" val="60239898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F181AEC6-B97D-4DB3-A0A7-6EE77F7B725B}"/>
              </a:ext>
            </a:extLst>
          </p:cNvPr>
          <p:cNvSpPr>
            <a:spLocks noGrp="1"/>
          </p:cNvSpPr>
          <p:nvPr>
            <p:ph type="ctrTitle"/>
          </p:nvPr>
        </p:nvSpPr>
        <p:spPr>
          <a:xfrm>
            <a:off x="0" y="0"/>
            <a:ext cx="10914077" cy="785976"/>
          </a:xfrm>
        </p:spPr>
        <p:txBody>
          <a:bodyPr>
            <a:normAutofit/>
          </a:bodyPr>
          <a:lstStyle/>
          <a:p>
            <a:r>
              <a:rPr lang="hu-HU" dirty="0"/>
              <a:t>1. Lépés a csapatmunka hirdetés</a:t>
            </a:r>
          </a:p>
        </p:txBody>
      </p:sp>
      <p:pic>
        <p:nvPicPr>
          <p:cNvPr id="1026" name="Picture 2" descr="Hírös Hirdető - TÚRKEVE-BALA SZARVASMARHA TELEPRE MŰSZAKVEZETŐT ...">
            <a:extLst>
              <a:ext uri="{FF2B5EF4-FFF2-40B4-BE49-F238E27FC236}">
                <a16:creationId xmlns:a16="http://schemas.microsoft.com/office/drawing/2014/main" id="{9E9AA8BD-628C-428B-8B15-D5CA0EDD5D3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5559" y="2661401"/>
            <a:ext cx="9085277" cy="3987822"/>
          </a:xfrm>
          <a:prstGeom prst="rect">
            <a:avLst/>
          </a:prstGeom>
          <a:noFill/>
          <a:extLst>
            <a:ext uri="{909E8E84-426E-40DD-AFC4-6F175D3DCCD1}">
              <a14:hiddenFill xmlns:a14="http://schemas.microsoft.com/office/drawing/2010/main">
                <a:solidFill>
                  <a:srgbClr val="FFFFFF"/>
                </a:solidFill>
              </a14:hiddenFill>
            </a:ext>
          </a:extLst>
        </p:spPr>
      </p:pic>
      <p:sp>
        <p:nvSpPr>
          <p:cNvPr id="4" name="Szövegdoboz 3">
            <a:extLst>
              <a:ext uri="{FF2B5EF4-FFF2-40B4-BE49-F238E27FC236}">
                <a16:creationId xmlns:a16="http://schemas.microsoft.com/office/drawing/2014/main" id="{E3D0017F-7074-48EE-B805-90CF5B88593A}"/>
              </a:ext>
            </a:extLst>
          </p:cNvPr>
          <p:cNvSpPr txBox="1"/>
          <p:nvPr/>
        </p:nvSpPr>
        <p:spPr>
          <a:xfrm>
            <a:off x="335559" y="1077357"/>
            <a:ext cx="10125512" cy="1200329"/>
          </a:xfrm>
          <a:prstGeom prst="rect">
            <a:avLst/>
          </a:prstGeom>
          <a:noFill/>
        </p:spPr>
        <p:txBody>
          <a:bodyPr wrap="square" rtlCol="0">
            <a:spAutoFit/>
          </a:bodyPr>
          <a:lstStyle/>
          <a:p>
            <a:r>
              <a:rPr lang="hu-HU" sz="2400" dirty="0"/>
              <a:t>A munkát egyértelműen hirdessük, ne legyenek benne félreérthetőségek Legyenek kihirdetve a pozíciók, lehessen tudni milyen típusú munka fog folyni. Ne legyen túl sok, haszontalan pozíció meghirdetve</a:t>
            </a:r>
          </a:p>
        </p:txBody>
      </p:sp>
    </p:spTree>
    <p:extLst>
      <p:ext uri="{BB962C8B-B14F-4D97-AF65-F5344CB8AC3E}">
        <p14:creationId xmlns:p14="http://schemas.microsoft.com/office/powerpoint/2010/main" val="253283645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24382C5F-5BC6-4EB7-AB32-3D9AE26D9255}"/>
              </a:ext>
            </a:extLst>
          </p:cNvPr>
          <p:cNvSpPr>
            <a:spLocks noGrp="1"/>
          </p:cNvSpPr>
          <p:nvPr>
            <p:ph type="ctrTitle"/>
          </p:nvPr>
        </p:nvSpPr>
        <p:spPr>
          <a:xfrm>
            <a:off x="1121837" y="1"/>
            <a:ext cx="10211690" cy="864066"/>
          </a:xfrm>
        </p:spPr>
        <p:txBody>
          <a:bodyPr>
            <a:normAutofit/>
          </a:bodyPr>
          <a:lstStyle/>
          <a:p>
            <a:r>
              <a:rPr lang="hu-HU" dirty="0"/>
              <a:t>2. Lépés csapatagok kiválogatása: </a:t>
            </a:r>
          </a:p>
        </p:txBody>
      </p:sp>
      <p:sp>
        <p:nvSpPr>
          <p:cNvPr id="3" name="Alcím 2">
            <a:extLst>
              <a:ext uri="{FF2B5EF4-FFF2-40B4-BE49-F238E27FC236}">
                <a16:creationId xmlns:a16="http://schemas.microsoft.com/office/drawing/2014/main" id="{711086D7-6791-40C2-994C-E1B8FDE19B12}"/>
              </a:ext>
            </a:extLst>
          </p:cNvPr>
          <p:cNvSpPr>
            <a:spLocks noGrp="1"/>
          </p:cNvSpPr>
          <p:nvPr>
            <p:ph type="subTitle" idx="1"/>
          </p:nvPr>
        </p:nvSpPr>
        <p:spPr>
          <a:xfrm>
            <a:off x="-84531" y="692356"/>
            <a:ext cx="9253697" cy="1371599"/>
          </a:xfrm>
        </p:spPr>
        <p:txBody>
          <a:bodyPr>
            <a:noAutofit/>
          </a:bodyPr>
          <a:lstStyle/>
          <a:p>
            <a:r>
              <a:rPr lang="hu-HU" sz="2400" dirty="0"/>
              <a:t>Ez a folyamat egy alappillére a jó minőségű csapatnak. </a:t>
            </a:r>
            <a:br>
              <a:rPr lang="hu-HU" sz="2400" dirty="0"/>
            </a:br>
            <a:r>
              <a:rPr lang="hu-HU" sz="2400" dirty="0"/>
              <a:t>Alaposan megkell válogatni kit veszünk fel. Kritériumok:</a:t>
            </a:r>
          </a:p>
          <a:p>
            <a:pPr marL="342900" indent="-342900">
              <a:buFontTx/>
              <a:buChar char="-"/>
            </a:pPr>
            <a:r>
              <a:rPr lang="hu-HU" sz="2400" dirty="0"/>
              <a:t>Az adott személy értse az adott témát, ne vegyünk fel szakácsot ha informatikával kapcsolatos a munka</a:t>
            </a:r>
          </a:p>
          <a:p>
            <a:pPr marL="342900" indent="-342900">
              <a:buFontTx/>
              <a:buChar char="-"/>
            </a:pPr>
            <a:endParaRPr lang="hu-HU" sz="2400" dirty="0"/>
          </a:p>
          <a:p>
            <a:pPr marL="342900" indent="-342900">
              <a:buFontTx/>
              <a:buChar char="-"/>
            </a:pPr>
            <a:r>
              <a:rPr lang="hu-HU" sz="2400" dirty="0"/>
              <a:t>A személy legyen kompetens (inkompetens személy csak a bajt hozza)</a:t>
            </a:r>
          </a:p>
          <a:p>
            <a:pPr marL="342900" indent="-342900">
              <a:buFontTx/>
              <a:buChar char="-"/>
            </a:pPr>
            <a:endParaRPr lang="hu-HU" sz="2400" dirty="0"/>
          </a:p>
          <a:p>
            <a:pPr marL="342900" indent="-342900">
              <a:buFontTx/>
              <a:buChar char="-"/>
            </a:pPr>
            <a:r>
              <a:rPr lang="hu-HU" sz="2400" dirty="0"/>
              <a:t>Legyen </a:t>
            </a:r>
            <a:r>
              <a:rPr lang="hu-HU" sz="2400" dirty="0" err="1"/>
              <a:t>barátságos,türelmes</a:t>
            </a:r>
            <a:r>
              <a:rPr lang="hu-HU" sz="2400" dirty="0"/>
              <a:t>, csapatmunkát toleráló egyén</a:t>
            </a:r>
          </a:p>
          <a:p>
            <a:pPr marL="342900" indent="-342900">
              <a:buFontTx/>
              <a:buChar char="-"/>
            </a:pPr>
            <a:r>
              <a:rPr lang="hu-HU" sz="2400" dirty="0"/>
              <a:t>Legyen az illető legyen szorgalmas, ne csak lopja a napot miközben mindenki más dolgozik, és ne használja ki a többi személyt</a:t>
            </a:r>
          </a:p>
        </p:txBody>
      </p:sp>
      <p:pic>
        <p:nvPicPr>
          <p:cNvPr id="5" name="Kép 4">
            <a:extLst>
              <a:ext uri="{FF2B5EF4-FFF2-40B4-BE49-F238E27FC236}">
                <a16:creationId xmlns:a16="http://schemas.microsoft.com/office/drawing/2014/main" id="{C6E42507-9CF9-4AF0-8205-61645C48A5AE}"/>
              </a:ext>
            </a:extLst>
          </p:cNvPr>
          <p:cNvPicPr>
            <a:picLocks noChangeAspect="1"/>
          </p:cNvPicPr>
          <p:nvPr/>
        </p:nvPicPr>
        <p:blipFill>
          <a:blip r:embed="rId2"/>
          <a:stretch>
            <a:fillRect/>
          </a:stretch>
        </p:blipFill>
        <p:spPr>
          <a:xfrm>
            <a:off x="9145022" y="2992953"/>
            <a:ext cx="1353929" cy="1327381"/>
          </a:xfrm>
          <a:prstGeom prst="rect">
            <a:avLst/>
          </a:prstGeom>
        </p:spPr>
      </p:pic>
      <p:pic>
        <p:nvPicPr>
          <p:cNvPr id="7" name="Kép 6">
            <a:extLst>
              <a:ext uri="{FF2B5EF4-FFF2-40B4-BE49-F238E27FC236}">
                <a16:creationId xmlns:a16="http://schemas.microsoft.com/office/drawing/2014/main" id="{E07E9DFC-6A47-4A76-B6B0-DF458614A0DE}"/>
              </a:ext>
            </a:extLst>
          </p:cNvPr>
          <p:cNvPicPr>
            <a:picLocks noChangeAspect="1"/>
          </p:cNvPicPr>
          <p:nvPr/>
        </p:nvPicPr>
        <p:blipFill>
          <a:blip r:embed="rId3"/>
          <a:stretch>
            <a:fillRect/>
          </a:stretch>
        </p:blipFill>
        <p:spPr>
          <a:xfrm>
            <a:off x="10794223" y="2992955"/>
            <a:ext cx="1257369" cy="1327380"/>
          </a:xfrm>
          <a:prstGeom prst="rect">
            <a:avLst/>
          </a:prstGeom>
        </p:spPr>
      </p:pic>
      <p:cxnSp>
        <p:nvCxnSpPr>
          <p:cNvPr id="10" name="Egyenes összekötő 9">
            <a:extLst>
              <a:ext uri="{FF2B5EF4-FFF2-40B4-BE49-F238E27FC236}">
                <a16:creationId xmlns:a16="http://schemas.microsoft.com/office/drawing/2014/main" id="{41D3F93D-6EFC-4D80-8F98-4844A8D94752}"/>
              </a:ext>
            </a:extLst>
          </p:cNvPr>
          <p:cNvCxnSpPr>
            <a:cxnSpLocks/>
          </p:cNvCxnSpPr>
          <p:nvPr/>
        </p:nvCxnSpPr>
        <p:spPr>
          <a:xfrm>
            <a:off x="9189276" y="3010583"/>
            <a:ext cx="1208015" cy="1208015"/>
          </a:xfrm>
          <a:prstGeom prst="line">
            <a:avLst/>
          </a:prstGeom>
          <a:ln w="762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Egyenes összekötő 10">
            <a:extLst>
              <a:ext uri="{FF2B5EF4-FFF2-40B4-BE49-F238E27FC236}">
                <a16:creationId xmlns:a16="http://schemas.microsoft.com/office/drawing/2014/main" id="{F314D263-6C1A-4AB9-ABE8-A747BEBBB3F8}"/>
              </a:ext>
            </a:extLst>
          </p:cNvPr>
          <p:cNvCxnSpPr>
            <a:cxnSpLocks/>
          </p:cNvCxnSpPr>
          <p:nvPr/>
        </p:nvCxnSpPr>
        <p:spPr>
          <a:xfrm flipV="1">
            <a:off x="9258784" y="3049622"/>
            <a:ext cx="1118398" cy="1208016"/>
          </a:xfrm>
          <a:prstGeom prst="line">
            <a:avLst/>
          </a:prstGeom>
          <a:ln w="762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4" name="Egyenes összekötő 13">
            <a:extLst>
              <a:ext uri="{FF2B5EF4-FFF2-40B4-BE49-F238E27FC236}">
                <a16:creationId xmlns:a16="http://schemas.microsoft.com/office/drawing/2014/main" id="{66B296CA-3747-450F-A466-2E141A1AED77}"/>
              </a:ext>
            </a:extLst>
          </p:cNvPr>
          <p:cNvCxnSpPr>
            <a:cxnSpLocks/>
          </p:cNvCxnSpPr>
          <p:nvPr/>
        </p:nvCxnSpPr>
        <p:spPr>
          <a:xfrm flipV="1">
            <a:off x="11268582" y="3207725"/>
            <a:ext cx="522608" cy="813730"/>
          </a:xfrm>
          <a:prstGeom prst="line">
            <a:avLst/>
          </a:prstGeom>
          <a:ln w="76200">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17" name="Egyenes összekötő 16">
            <a:extLst>
              <a:ext uri="{FF2B5EF4-FFF2-40B4-BE49-F238E27FC236}">
                <a16:creationId xmlns:a16="http://schemas.microsoft.com/office/drawing/2014/main" id="{F4F857B1-3EBA-4842-82C8-C1A50D356994}"/>
              </a:ext>
            </a:extLst>
          </p:cNvPr>
          <p:cNvCxnSpPr>
            <a:cxnSpLocks/>
          </p:cNvCxnSpPr>
          <p:nvPr/>
        </p:nvCxnSpPr>
        <p:spPr>
          <a:xfrm flipH="1" flipV="1">
            <a:off x="11000541" y="3741713"/>
            <a:ext cx="323027" cy="271680"/>
          </a:xfrm>
          <a:prstGeom prst="line">
            <a:avLst/>
          </a:prstGeom>
          <a:ln w="76200">
            <a:solidFill>
              <a:srgbClr val="92D050"/>
            </a:solidFill>
          </a:ln>
        </p:spPr>
        <p:style>
          <a:lnRef idx="1">
            <a:schemeClr val="accent1"/>
          </a:lnRef>
          <a:fillRef idx="0">
            <a:schemeClr val="accent1"/>
          </a:fillRef>
          <a:effectRef idx="0">
            <a:schemeClr val="accent1"/>
          </a:effectRef>
          <a:fontRef idx="minor">
            <a:schemeClr val="tx1"/>
          </a:fontRef>
        </p:style>
      </p:cxnSp>
      <p:pic>
        <p:nvPicPr>
          <p:cNvPr id="19" name="Kép 18">
            <a:extLst>
              <a:ext uri="{FF2B5EF4-FFF2-40B4-BE49-F238E27FC236}">
                <a16:creationId xmlns:a16="http://schemas.microsoft.com/office/drawing/2014/main" id="{85F54709-A265-49F3-AB29-339548B2E76F}"/>
              </a:ext>
            </a:extLst>
          </p:cNvPr>
          <p:cNvPicPr>
            <a:picLocks noChangeAspect="1"/>
          </p:cNvPicPr>
          <p:nvPr/>
        </p:nvPicPr>
        <p:blipFill>
          <a:blip r:embed="rId3"/>
          <a:stretch>
            <a:fillRect/>
          </a:stretch>
        </p:blipFill>
        <p:spPr>
          <a:xfrm>
            <a:off x="10873476" y="1544089"/>
            <a:ext cx="1257369" cy="1327379"/>
          </a:xfrm>
          <a:prstGeom prst="rect">
            <a:avLst/>
          </a:prstGeom>
        </p:spPr>
      </p:pic>
      <p:pic>
        <p:nvPicPr>
          <p:cNvPr id="21" name="Kép 20">
            <a:extLst>
              <a:ext uri="{FF2B5EF4-FFF2-40B4-BE49-F238E27FC236}">
                <a16:creationId xmlns:a16="http://schemas.microsoft.com/office/drawing/2014/main" id="{DD367262-652A-4ADC-B86C-72BDE84FAF5E}"/>
              </a:ext>
            </a:extLst>
          </p:cNvPr>
          <p:cNvPicPr>
            <a:picLocks noChangeAspect="1"/>
          </p:cNvPicPr>
          <p:nvPr/>
        </p:nvPicPr>
        <p:blipFill>
          <a:blip r:embed="rId4"/>
          <a:stretch>
            <a:fillRect/>
          </a:stretch>
        </p:blipFill>
        <p:spPr>
          <a:xfrm>
            <a:off x="9169166" y="1544089"/>
            <a:ext cx="1208016" cy="1327380"/>
          </a:xfrm>
          <a:prstGeom prst="rect">
            <a:avLst/>
          </a:prstGeom>
        </p:spPr>
      </p:pic>
      <p:cxnSp>
        <p:nvCxnSpPr>
          <p:cNvPr id="22" name="Egyenes összekötő 21">
            <a:extLst>
              <a:ext uri="{FF2B5EF4-FFF2-40B4-BE49-F238E27FC236}">
                <a16:creationId xmlns:a16="http://schemas.microsoft.com/office/drawing/2014/main" id="{3D207F20-0BB2-4F3C-A6D3-6C060EE9F80B}"/>
              </a:ext>
            </a:extLst>
          </p:cNvPr>
          <p:cNvCxnSpPr>
            <a:cxnSpLocks/>
          </p:cNvCxnSpPr>
          <p:nvPr/>
        </p:nvCxnSpPr>
        <p:spPr>
          <a:xfrm flipV="1">
            <a:off x="11502161" y="1721262"/>
            <a:ext cx="522608" cy="813730"/>
          </a:xfrm>
          <a:prstGeom prst="line">
            <a:avLst/>
          </a:prstGeom>
          <a:ln w="76200">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23" name="Egyenes összekötő 22">
            <a:extLst>
              <a:ext uri="{FF2B5EF4-FFF2-40B4-BE49-F238E27FC236}">
                <a16:creationId xmlns:a16="http://schemas.microsoft.com/office/drawing/2014/main" id="{CBF6AA97-EA66-477F-A5CD-33BBE6CF8D5D}"/>
              </a:ext>
            </a:extLst>
          </p:cNvPr>
          <p:cNvCxnSpPr>
            <a:cxnSpLocks/>
          </p:cNvCxnSpPr>
          <p:nvPr/>
        </p:nvCxnSpPr>
        <p:spPr>
          <a:xfrm flipH="1" flipV="1">
            <a:off x="11210808" y="2256756"/>
            <a:ext cx="323027" cy="271680"/>
          </a:xfrm>
          <a:prstGeom prst="line">
            <a:avLst/>
          </a:prstGeom>
          <a:ln w="76200">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25" name="Egyenes összekötő 24">
            <a:extLst>
              <a:ext uri="{FF2B5EF4-FFF2-40B4-BE49-F238E27FC236}">
                <a16:creationId xmlns:a16="http://schemas.microsoft.com/office/drawing/2014/main" id="{D4B77D9E-C56A-45B2-B128-8AAF0074DE69}"/>
              </a:ext>
            </a:extLst>
          </p:cNvPr>
          <p:cNvCxnSpPr/>
          <p:nvPr/>
        </p:nvCxnSpPr>
        <p:spPr>
          <a:xfrm>
            <a:off x="9169068" y="1643182"/>
            <a:ext cx="1208015" cy="1208015"/>
          </a:xfrm>
          <a:prstGeom prst="line">
            <a:avLst/>
          </a:prstGeom>
          <a:ln w="762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6" name="Egyenes összekötő 25">
            <a:extLst>
              <a:ext uri="{FF2B5EF4-FFF2-40B4-BE49-F238E27FC236}">
                <a16:creationId xmlns:a16="http://schemas.microsoft.com/office/drawing/2014/main" id="{8F938C55-9F30-4DDA-B615-C615D19650D8}"/>
              </a:ext>
            </a:extLst>
          </p:cNvPr>
          <p:cNvCxnSpPr>
            <a:cxnSpLocks/>
          </p:cNvCxnSpPr>
          <p:nvPr/>
        </p:nvCxnSpPr>
        <p:spPr>
          <a:xfrm flipV="1">
            <a:off x="9221588" y="1643182"/>
            <a:ext cx="1118398" cy="1208016"/>
          </a:xfrm>
          <a:prstGeom prst="line">
            <a:avLst/>
          </a:prstGeom>
          <a:ln w="76200">
            <a:solidFill>
              <a:srgbClr val="FF0000"/>
            </a:solidFill>
          </a:ln>
        </p:spPr>
        <p:style>
          <a:lnRef idx="1">
            <a:schemeClr val="accent1"/>
          </a:lnRef>
          <a:fillRef idx="0">
            <a:schemeClr val="accent1"/>
          </a:fillRef>
          <a:effectRef idx="0">
            <a:schemeClr val="accent1"/>
          </a:effectRef>
          <a:fontRef idx="minor">
            <a:schemeClr val="tx1"/>
          </a:fontRef>
        </p:style>
      </p:cxnSp>
      <p:pic>
        <p:nvPicPr>
          <p:cNvPr id="28" name="Kép 27">
            <a:extLst>
              <a:ext uri="{FF2B5EF4-FFF2-40B4-BE49-F238E27FC236}">
                <a16:creationId xmlns:a16="http://schemas.microsoft.com/office/drawing/2014/main" id="{862E261B-90FA-4F81-B25B-BAF93503A061}"/>
              </a:ext>
            </a:extLst>
          </p:cNvPr>
          <p:cNvPicPr>
            <a:picLocks noChangeAspect="1"/>
          </p:cNvPicPr>
          <p:nvPr/>
        </p:nvPicPr>
        <p:blipFill>
          <a:blip r:embed="rId5"/>
          <a:stretch>
            <a:fillRect/>
          </a:stretch>
        </p:blipFill>
        <p:spPr>
          <a:xfrm>
            <a:off x="9227054" y="4356792"/>
            <a:ext cx="1287886" cy="1256733"/>
          </a:xfrm>
          <a:prstGeom prst="rect">
            <a:avLst/>
          </a:prstGeom>
        </p:spPr>
      </p:pic>
      <p:pic>
        <p:nvPicPr>
          <p:cNvPr id="33" name="Kép 32">
            <a:extLst>
              <a:ext uri="{FF2B5EF4-FFF2-40B4-BE49-F238E27FC236}">
                <a16:creationId xmlns:a16="http://schemas.microsoft.com/office/drawing/2014/main" id="{45FEF76A-62F1-4AD5-8B6A-A188DEFF007B}"/>
              </a:ext>
            </a:extLst>
          </p:cNvPr>
          <p:cNvPicPr>
            <a:picLocks noChangeAspect="1"/>
          </p:cNvPicPr>
          <p:nvPr/>
        </p:nvPicPr>
        <p:blipFill>
          <a:blip r:embed="rId3"/>
          <a:stretch>
            <a:fillRect/>
          </a:stretch>
        </p:blipFill>
        <p:spPr>
          <a:xfrm>
            <a:off x="10816882" y="4356792"/>
            <a:ext cx="1257369" cy="1327380"/>
          </a:xfrm>
          <a:prstGeom prst="rect">
            <a:avLst/>
          </a:prstGeom>
        </p:spPr>
      </p:pic>
      <p:cxnSp>
        <p:nvCxnSpPr>
          <p:cNvPr id="34" name="Egyenes összekötő 33">
            <a:extLst>
              <a:ext uri="{FF2B5EF4-FFF2-40B4-BE49-F238E27FC236}">
                <a16:creationId xmlns:a16="http://schemas.microsoft.com/office/drawing/2014/main" id="{3C231E7F-0CB9-4EA5-97FA-C4C01B8FF621}"/>
              </a:ext>
            </a:extLst>
          </p:cNvPr>
          <p:cNvCxnSpPr>
            <a:cxnSpLocks/>
          </p:cNvCxnSpPr>
          <p:nvPr/>
        </p:nvCxnSpPr>
        <p:spPr>
          <a:xfrm flipV="1">
            <a:off x="9308177" y="4458527"/>
            <a:ext cx="1118398" cy="1208016"/>
          </a:xfrm>
          <a:prstGeom prst="line">
            <a:avLst/>
          </a:prstGeom>
          <a:ln w="762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5" name="Egyenes összekötő 34">
            <a:extLst>
              <a:ext uri="{FF2B5EF4-FFF2-40B4-BE49-F238E27FC236}">
                <a16:creationId xmlns:a16="http://schemas.microsoft.com/office/drawing/2014/main" id="{AC259A37-A8EE-4237-B18F-A9BF7D999839}"/>
              </a:ext>
            </a:extLst>
          </p:cNvPr>
          <p:cNvCxnSpPr>
            <a:cxnSpLocks/>
          </p:cNvCxnSpPr>
          <p:nvPr/>
        </p:nvCxnSpPr>
        <p:spPr>
          <a:xfrm>
            <a:off x="9263369" y="4458528"/>
            <a:ext cx="1208015" cy="1208015"/>
          </a:xfrm>
          <a:prstGeom prst="line">
            <a:avLst/>
          </a:prstGeom>
          <a:ln w="762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6" name="Egyenes összekötő 35">
            <a:extLst>
              <a:ext uri="{FF2B5EF4-FFF2-40B4-BE49-F238E27FC236}">
                <a16:creationId xmlns:a16="http://schemas.microsoft.com/office/drawing/2014/main" id="{4229D462-FA29-4D17-918D-ECF7832A3579}"/>
              </a:ext>
            </a:extLst>
          </p:cNvPr>
          <p:cNvCxnSpPr>
            <a:cxnSpLocks/>
          </p:cNvCxnSpPr>
          <p:nvPr/>
        </p:nvCxnSpPr>
        <p:spPr>
          <a:xfrm flipV="1">
            <a:off x="11337364" y="4555443"/>
            <a:ext cx="522608" cy="813730"/>
          </a:xfrm>
          <a:prstGeom prst="line">
            <a:avLst/>
          </a:prstGeom>
          <a:ln w="76200">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37" name="Egyenes összekötő 36">
            <a:extLst>
              <a:ext uri="{FF2B5EF4-FFF2-40B4-BE49-F238E27FC236}">
                <a16:creationId xmlns:a16="http://schemas.microsoft.com/office/drawing/2014/main" id="{B8002283-9FF2-4575-B525-6ABC8F8281AE}"/>
              </a:ext>
            </a:extLst>
          </p:cNvPr>
          <p:cNvCxnSpPr>
            <a:cxnSpLocks/>
          </p:cNvCxnSpPr>
          <p:nvPr/>
        </p:nvCxnSpPr>
        <p:spPr>
          <a:xfrm flipH="1" flipV="1">
            <a:off x="11052217" y="5097493"/>
            <a:ext cx="323027" cy="271680"/>
          </a:xfrm>
          <a:prstGeom prst="line">
            <a:avLst/>
          </a:prstGeom>
          <a:ln w="76200">
            <a:solidFill>
              <a:srgbClr val="92D050"/>
            </a:solidFill>
          </a:ln>
        </p:spPr>
        <p:style>
          <a:lnRef idx="1">
            <a:schemeClr val="accent1"/>
          </a:lnRef>
          <a:fillRef idx="0">
            <a:schemeClr val="accent1"/>
          </a:fillRef>
          <a:effectRef idx="0">
            <a:schemeClr val="accent1"/>
          </a:effectRef>
          <a:fontRef idx="minor">
            <a:schemeClr val="tx1"/>
          </a:fontRef>
        </p:style>
      </p:cxnSp>
      <p:pic>
        <p:nvPicPr>
          <p:cNvPr id="39" name="Kép 38">
            <a:extLst>
              <a:ext uri="{FF2B5EF4-FFF2-40B4-BE49-F238E27FC236}">
                <a16:creationId xmlns:a16="http://schemas.microsoft.com/office/drawing/2014/main" id="{EABBA685-5DFC-430E-A593-FB3D23CC149C}"/>
              </a:ext>
            </a:extLst>
          </p:cNvPr>
          <p:cNvPicPr>
            <a:picLocks noChangeAspect="1"/>
          </p:cNvPicPr>
          <p:nvPr/>
        </p:nvPicPr>
        <p:blipFill>
          <a:blip r:embed="rId6"/>
          <a:stretch>
            <a:fillRect/>
          </a:stretch>
        </p:blipFill>
        <p:spPr>
          <a:xfrm>
            <a:off x="9189276" y="5688890"/>
            <a:ext cx="1118398" cy="1063909"/>
          </a:xfrm>
          <a:prstGeom prst="rect">
            <a:avLst/>
          </a:prstGeom>
        </p:spPr>
      </p:pic>
      <p:pic>
        <p:nvPicPr>
          <p:cNvPr id="40" name="Kép 39">
            <a:extLst>
              <a:ext uri="{FF2B5EF4-FFF2-40B4-BE49-F238E27FC236}">
                <a16:creationId xmlns:a16="http://schemas.microsoft.com/office/drawing/2014/main" id="{4B859BFA-5133-429D-9B84-9F1DCB51A551}"/>
              </a:ext>
            </a:extLst>
          </p:cNvPr>
          <p:cNvPicPr>
            <a:picLocks noChangeAspect="1"/>
          </p:cNvPicPr>
          <p:nvPr/>
        </p:nvPicPr>
        <p:blipFill>
          <a:blip r:embed="rId3"/>
          <a:stretch>
            <a:fillRect/>
          </a:stretch>
        </p:blipFill>
        <p:spPr>
          <a:xfrm>
            <a:off x="10776666" y="5684172"/>
            <a:ext cx="983832" cy="1038612"/>
          </a:xfrm>
          <a:prstGeom prst="rect">
            <a:avLst/>
          </a:prstGeom>
        </p:spPr>
      </p:pic>
      <p:cxnSp>
        <p:nvCxnSpPr>
          <p:cNvPr id="41" name="Egyenes összekötő 40">
            <a:extLst>
              <a:ext uri="{FF2B5EF4-FFF2-40B4-BE49-F238E27FC236}">
                <a16:creationId xmlns:a16="http://schemas.microsoft.com/office/drawing/2014/main" id="{C223E3D5-89FE-4CE4-B008-278EC80F3DEC}"/>
              </a:ext>
            </a:extLst>
          </p:cNvPr>
          <p:cNvCxnSpPr>
            <a:cxnSpLocks/>
          </p:cNvCxnSpPr>
          <p:nvPr/>
        </p:nvCxnSpPr>
        <p:spPr>
          <a:xfrm flipV="1">
            <a:off x="11161603" y="5725792"/>
            <a:ext cx="522608" cy="813730"/>
          </a:xfrm>
          <a:prstGeom prst="line">
            <a:avLst/>
          </a:prstGeom>
          <a:ln w="76200">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42" name="Egyenes összekötő 41">
            <a:extLst>
              <a:ext uri="{FF2B5EF4-FFF2-40B4-BE49-F238E27FC236}">
                <a16:creationId xmlns:a16="http://schemas.microsoft.com/office/drawing/2014/main" id="{5FD1A216-B2DF-4271-8E57-C996F8087E91}"/>
              </a:ext>
            </a:extLst>
          </p:cNvPr>
          <p:cNvCxnSpPr>
            <a:cxnSpLocks/>
          </p:cNvCxnSpPr>
          <p:nvPr/>
        </p:nvCxnSpPr>
        <p:spPr>
          <a:xfrm flipH="1" flipV="1">
            <a:off x="10889742" y="6285636"/>
            <a:ext cx="323027" cy="271680"/>
          </a:xfrm>
          <a:prstGeom prst="line">
            <a:avLst/>
          </a:prstGeom>
          <a:ln w="76200">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43" name="Egyenes összekötő 42">
            <a:extLst>
              <a:ext uri="{FF2B5EF4-FFF2-40B4-BE49-F238E27FC236}">
                <a16:creationId xmlns:a16="http://schemas.microsoft.com/office/drawing/2014/main" id="{2990BA14-7A80-424E-863E-9D5CB8DD3B04}"/>
              </a:ext>
            </a:extLst>
          </p:cNvPr>
          <p:cNvCxnSpPr>
            <a:cxnSpLocks/>
          </p:cNvCxnSpPr>
          <p:nvPr/>
        </p:nvCxnSpPr>
        <p:spPr>
          <a:xfrm>
            <a:off x="9185000" y="5711910"/>
            <a:ext cx="1014604" cy="1010874"/>
          </a:xfrm>
          <a:prstGeom prst="line">
            <a:avLst/>
          </a:prstGeom>
          <a:ln w="762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Egyenes összekötő 44">
            <a:extLst>
              <a:ext uri="{FF2B5EF4-FFF2-40B4-BE49-F238E27FC236}">
                <a16:creationId xmlns:a16="http://schemas.microsoft.com/office/drawing/2014/main" id="{9F8CB4D3-FB14-47AA-9446-0279CD9B62FA}"/>
              </a:ext>
            </a:extLst>
          </p:cNvPr>
          <p:cNvCxnSpPr>
            <a:cxnSpLocks/>
          </p:cNvCxnSpPr>
          <p:nvPr/>
        </p:nvCxnSpPr>
        <p:spPr>
          <a:xfrm flipV="1">
            <a:off x="9224558" y="5649983"/>
            <a:ext cx="1118398" cy="1208016"/>
          </a:xfrm>
          <a:prstGeom prst="line">
            <a:avLst/>
          </a:prstGeom>
          <a:ln w="762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0320910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FD690C6A-3241-4250-8F32-C93BBD0BBEB0}"/>
              </a:ext>
            </a:extLst>
          </p:cNvPr>
          <p:cNvSpPr>
            <a:spLocks noGrp="1"/>
          </p:cNvSpPr>
          <p:nvPr>
            <p:ph type="ctrTitle"/>
          </p:nvPr>
        </p:nvSpPr>
        <p:spPr>
          <a:xfrm>
            <a:off x="1667122" y="0"/>
            <a:ext cx="8689976" cy="932574"/>
          </a:xfrm>
        </p:spPr>
        <p:txBody>
          <a:bodyPr/>
          <a:lstStyle/>
          <a:p>
            <a:r>
              <a:rPr lang="hu-HU" dirty="0"/>
              <a:t>3. Lépés feladatok kiosztása:</a:t>
            </a:r>
          </a:p>
        </p:txBody>
      </p:sp>
      <p:sp>
        <p:nvSpPr>
          <p:cNvPr id="3" name="Alcím 2">
            <a:extLst>
              <a:ext uri="{FF2B5EF4-FFF2-40B4-BE49-F238E27FC236}">
                <a16:creationId xmlns:a16="http://schemas.microsoft.com/office/drawing/2014/main" id="{4EE28343-5121-48AD-93BF-DA1BB4FE7C5E}"/>
              </a:ext>
            </a:extLst>
          </p:cNvPr>
          <p:cNvSpPr>
            <a:spLocks noGrp="1"/>
          </p:cNvSpPr>
          <p:nvPr>
            <p:ph type="subTitle" idx="1"/>
          </p:nvPr>
        </p:nvSpPr>
        <p:spPr>
          <a:xfrm>
            <a:off x="1910402" y="1570839"/>
            <a:ext cx="8689976" cy="1371599"/>
          </a:xfrm>
        </p:spPr>
        <p:txBody>
          <a:bodyPr>
            <a:normAutofit fontScale="85000" lnSpcReduction="20000"/>
          </a:bodyPr>
          <a:lstStyle/>
          <a:p>
            <a:r>
              <a:rPr lang="hu-HU" sz="2400" dirty="0"/>
              <a:t>A felvett egyénekből válasszuk ki hogy ki mely feladatokat fogja belátni. Érdemes az adott személyhez illő feladatot kiosztani például egy határozottabb, hozzáértő embernek egy magasabb pozíciót adjuk. Alaposan nézzük át ki melyik feladatot érdemli.</a:t>
            </a:r>
          </a:p>
        </p:txBody>
      </p:sp>
      <p:pic>
        <p:nvPicPr>
          <p:cNvPr id="2050" name="Picture 2" descr="Szegedi Katalin: Tornasor">
            <a:extLst>
              <a:ext uri="{FF2B5EF4-FFF2-40B4-BE49-F238E27FC236}">
                <a16:creationId xmlns:a16="http://schemas.microsoft.com/office/drawing/2014/main" id="{BE964B9B-322D-4D80-A99E-582271230E3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3034" y="3036984"/>
            <a:ext cx="4966195" cy="2881843"/>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9 munkahelyi szerep - ki vagy te a csapatban? - Karrier Trend">
            <a:extLst>
              <a:ext uri="{FF2B5EF4-FFF2-40B4-BE49-F238E27FC236}">
                <a16:creationId xmlns:a16="http://schemas.microsoft.com/office/drawing/2014/main" id="{E4F92856-9260-4C13-9F52-763B335CCF8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32773" y="3160553"/>
            <a:ext cx="4415699" cy="29424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412420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1D30D0D8-DB3F-4D23-AB06-CB8B77CA671C}"/>
              </a:ext>
            </a:extLst>
          </p:cNvPr>
          <p:cNvSpPr>
            <a:spLocks noGrp="1"/>
          </p:cNvSpPr>
          <p:nvPr>
            <p:ph type="ctrTitle"/>
          </p:nvPr>
        </p:nvSpPr>
        <p:spPr>
          <a:xfrm>
            <a:off x="327425" y="-33065"/>
            <a:ext cx="11537150" cy="1371599"/>
          </a:xfrm>
        </p:spPr>
        <p:txBody>
          <a:bodyPr>
            <a:normAutofit fontScale="90000"/>
          </a:bodyPr>
          <a:lstStyle/>
          <a:p>
            <a:r>
              <a:rPr lang="hu-HU" dirty="0"/>
              <a:t>4. A munka összesítőnapló, dokumentum készítése</a:t>
            </a:r>
          </a:p>
        </p:txBody>
      </p:sp>
      <p:sp>
        <p:nvSpPr>
          <p:cNvPr id="3" name="Alcím 2">
            <a:extLst>
              <a:ext uri="{FF2B5EF4-FFF2-40B4-BE49-F238E27FC236}">
                <a16:creationId xmlns:a16="http://schemas.microsoft.com/office/drawing/2014/main" id="{B4F5E146-7BE8-475A-91C9-526FCA9292A2}"/>
              </a:ext>
            </a:extLst>
          </p:cNvPr>
          <p:cNvSpPr>
            <a:spLocks noGrp="1"/>
          </p:cNvSpPr>
          <p:nvPr>
            <p:ph type="subTitle" idx="1"/>
          </p:nvPr>
        </p:nvSpPr>
        <p:spPr>
          <a:xfrm>
            <a:off x="327424" y="1159777"/>
            <a:ext cx="11537149" cy="1371599"/>
          </a:xfrm>
        </p:spPr>
        <p:txBody>
          <a:bodyPr>
            <a:noAutofit/>
          </a:bodyPr>
          <a:lstStyle/>
          <a:p>
            <a:r>
              <a:rPr lang="hu-HU" sz="2400" dirty="0"/>
              <a:t>Érdemes megkérni minden dolgozót hogy dokumentálja a munkafolyamatot, írja le a pozitív illetve negatív dolgokat a munkáról, hiányosságokat, megjegyzéseket, és akár a munkatársak és </a:t>
            </a:r>
            <a:r>
              <a:rPr lang="hu-HU" sz="2400" dirty="0" err="1"/>
              <a:t>sajátmaga</a:t>
            </a:r>
            <a:r>
              <a:rPr lang="hu-HU" sz="2400" dirty="0"/>
              <a:t> teljesítményéről megjegyzések. Ezzel a jövőbeli csapatmunkák esetén ezekből a dokumentumokból lehet fejleszteni a munkakörnyezeten, a formulán csiszolni, hogy a jövőben még jobb legyen a munka.</a:t>
            </a:r>
          </a:p>
        </p:txBody>
      </p:sp>
      <p:pic>
        <p:nvPicPr>
          <p:cNvPr id="3074" name="Picture 2" descr="Dokumentálás a gyakorlatban - Cigány Módszertani és Kutató Központ - CIMOK">
            <a:extLst>
              <a:ext uri="{FF2B5EF4-FFF2-40B4-BE49-F238E27FC236}">
                <a16:creationId xmlns:a16="http://schemas.microsoft.com/office/drawing/2014/main" id="{0CA1EDF0-1F66-47B2-81FA-9DB5CEB9CBB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8301" y="4039044"/>
            <a:ext cx="3598644" cy="2393187"/>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A szabálytalansági eljárás">
            <a:extLst>
              <a:ext uri="{FF2B5EF4-FFF2-40B4-BE49-F238E27FC236}">
                <a16:creationId xmlns:a16="http://schemas.microsoft.com/office/drawing/2014/main" id="{690BE680-0FA1-4333-9B77-685817E5B2B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55366" y="3988965"/>
            <a:ext cx="3703390" cy="2468927"/>
          </a:xfrm>
          <a:prstGeom prst="rect">
            <a:avLst/>
          </a:prstGeom>
          <a:noFill/>
          <a:extLst>
            <a:ext uri="{909E8E84-426E-40DD-AFC4-6F175D3DCCD1}">
              <a14:hiddenFill xmlns:a14="http://schemas.microsoft.com/office/drawing/2010/main">
                <a:solidFill>
                  <a:srgbClr val="FFFFFF"/>
                </a:solidFill>
              </a14:hiddenFill>
            </a:ext>
          </a:extLst>
        </p:spPr>
      </p:pic>
      <p:pic>
        <p:nvPicPr>
          <p:cNvPr id="3078" name="Picture 6" descr="Diary With Password : My Diary - Apps on Google Play">
            <a:extLst>
              <a:ext uri="{FF2B5EF4-FFF2-40B4-BE49-F238E27FC236}">
                <a16:creationId xmlns:a16="http://schemas.microsoft.com/office/drawing/2014/main" id="{CF756252-74E2-4290-90E1-3C4C5BDB0DC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255599" y="3988965"/>
            <a:ext cx="2869035" cy="2869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9227650"/>
      </p:ext>
    </p:extLst>
  </p:cSld>
  <p:clrMapOvr>
    <a:masterClrMapping/>
  </p:clrMapOvr>
</p:sld>
</file>

<file path=ppt/theme/theme1.xml><?xml version="1.0" encoding="utf-8"?>
<a:theme xmlns:a="http://schemas.openxmlformats.org/drawingml/2006/main" name="Cseppecske">
  <a:themeElements>
    <a:clrScheme name="Cseppecske">
      <a:dk1>
        <a:sysClr val="windowText" lastClr="000000"/>
      </a:dk1>
      <a:lt1>
        <a:sysClr val="window" lastClr="FFFFFF"/>
      </a:lt1>
      <a:dk2>
        <a:srgbClr val="355071"/>
      </a:dk2>
      <a:lt2>
        <a:srgbClr val="AABED7"/>
      </a:lt2>
      <a:accent1>
        <a:srgbClr val="2FA3EE"/>
      </a:accent1>
      <a:accent2>
        <a:srgbClr val="4BCAAD"/>
      </a:accent2>
      <a:accent3>
        <a:srgbClr val="86C157"/>
      </a:accent3>
      <a:accent4>
        <a:srgbClr val="D99C3F"/>
      </a:accent4>
      <a:accent5>
        <a:srgbClr val="CE6633"/>
      </a:accent5>
      <a:accent6>
        <a:srgbClr val="A35DD1"/>
      </a:accent6>
      <a:hlink>
        <a:srgbClr val="56BCFE"/>
      </a:hlink>
      <a:folHlink>
        <a:srgbClr val="97C5E3"/>
      </a:folHlink>
    </a:clrScheme>
    <a:fontScheme name="Cseppecske">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seppecske">
      <a:fillStyleLst>
        <a:solidFill>
          <a:schemeClr val="phClr"/>
        </a:solidFill>
        <a:solidFill>
          <a:schemeClr val="phClr">
            <a:tint val="69000"/>
            <a:satMod val="105000"/>
            <a:lumMod val="110000"/>
          </a:schemeClr>
        </a:solidFill>
        <a:gradFill rotWithShape="1">
          <a:gsLst>
            <a:gs pos="0">
              <a:schemeClr val="phClr">
                <a:tint val="94000"/>
                <a:satMod val="100000"/>
                <a:lumMod val="108000"/>
              </a:schemeClr>
            </a:gs>
            <a:gs pos="50000">
              <a:schemeClr val="phClr">
                <a:tint val="98000"/>
                <a:shade val="100000"/>
                <a:satMod val="100000"/>
                <a:lumMod val="100000"/>
              </a:schemeClr>
            </a:gs>
            <a:gs pos="100000">
              <a:schemeClr val="phClr">
                <a:shade val="72000"/>
                <a:satMod val="120000"/>
                <a:lumMod val="100000"/>
              </a:schemeClr>
            </a:gs>
          </a:gsLst>
          <a:lin ang="5400000" scaled="0"/>
        </a:gradFill>
      </a:fillStyleLst>
      <a:lnStyleLst>
        <a:ln w="9525" cap="flat" cmpd="sng" algn="ctr">
          <a:solidFill>
            <a:schemeClr val="phClr">
              <a:shade val="60000"/>
            </a:scheme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outerShdw blurRad="50800" dist="25400" dir="5400000" rotWithShape="0">
              <a:srgbClr val="000000">
                <a:alpha val="28000"/>
              </a:srgbClr>
            </a:outerShdw>
          </a:effectLst>
        </a:effectStyle>
        <a:effectStyle>
          <a:effectLst>
            <a:outerShdw blurRad="63500" dist="25400" dir="5400000" algn="ctr" rotWithShape="0">
              <a:srgbClr val="000000">
                <a:alpha val="69000"/>
              </a:srgbClr>
            </a:outerShdw>
          </a:effectLst>
          <a:scene3d>
            <a:camera prst="orthographicFront">
              <a:rot lat="0" lon="0" rev="0"/>
            </a:camera>
            <a:lightRig rig="balanced" dir="t">
              <a:rot lat="0" lon="0" rev="1200000"/>
            </a:lightRig>
          </a:scene3d>
          <a:sp3d prstMaterial="plastic">
            <a:bevelT w="25400" h="25400"/>
          </a:sp3d>
        </a:effectStyle>
      </a:effectStyleLst>
      <a:bgFillStyleLst>
        <a:solidFill>
          <a:schemeClr val="phClr"/>
        </a:solidFill>
        <a:gradFill rotWithShape="1">
          <a:gsLst>
            <a:gs pos="0">
              <a:schemeClr val="phClr">
                <a:tint val="90000"/>
                <a:lumMod val="110000"/>
              </a:schemeClr>
            </a:gs>
            <a:gs pos="100000">
              <a:schemeClr val="phClr">
                <a:shade val="64000"/>
                <a:lumMod val="88000"/>
              </a:schemeClr>
            </a:gs>
          </a:gsLst>
          <a:lin ang="5400000" scaled="0"/>
        </a:gradFill>
        <a:gradFill rotWithShape="1">
          <a:gsLst>
            <a:gs pos="0">
              <a:schemeClr val="phClr">
                <a:tint val="84000"/>
                <a:shade val="100000"/>
                <a:hueMod val="130000"/>
                <a:satMod val="150000"/>
                <a:lumMod val="112000"/>
              </a:schemeClr>
            </a:gs>
            <a:gs pos="100000">
              <a:schemeClr val="phClr">
                <a:shade val="92000"/>
                <a:satMod val="140000"/>
                <a:lumMod val="110000"/>
              </a:schemeClr>
            </a:gs>
          </a:gsLst>
          <a:lin ang="5400000" scaled="0"/>
        </a:gradFill>
      </a:bgFillStyleLst>
    </a:fmtScheme>
  </a:themeElements>
  <a:objectDefaults/>
  <a:extraClrSchemeLst/>
  <a:extLst>
    <a:ext uri="{05A4C25C-085E-4340-85A3-A5531E510DB2}">
      <thm15:themeFamily xmlns:thm15="http://schemas.microsoft.com/office/thememl/2012/main" name="Droplet" id="{8984A317-299A-4E50-B45D-BFC9EDE2337A}" vid="{A633B6A3-9E7F-4C10-9C98-2517A3134361}"/>
    </a:ext>
  </a:extLst>
</a:theme>
</file>

<file path=docProps/app.xml><?xml version="1.0" encoding="utf-8"?>
<Properties xmlns="http://schemas.openxmlformats.org/officeDocument/2006/extended-properties" xmlns:vt="http://schemas.openxmlformats.org/officeDocument/2006/docPropsVTypes">
  <Template>TM04033925[[fn=Cseppecske]]</Template>
  <TotalTime>56</TotalTime>
  <Words>244</Words>
  <Application>Microsoft Office PowerPoint</Application>
  <PresentationFormat>Szélesvásznú</PresentationFormat>
  <Paragraphs>16</Paragraphs>
  <Slides>5</Slides>
  <Notes>0</Notes>
  <HiddenSlides>0</HiddenSlides>
  <MMClips>0</MMClips>
  <ScaleCrop>false</ScaleCrop>
  <HeadingPairs>
    <vt:vector size="6" baseType="variant">
      <vt:variant>
        <vt:lpstr>Használt betűtípusok</vt:lpstr>
      </vt:variant>
      <vt:variant>
        <vt:i4>2</vt:i4>
      </vt:variant>
      <vt:variant>
        <vt:lpstr>Téma</vt:lpstr>
      </vt:variant>
      <vt:variant>
        <vt:i4>1</vt:i4>
      </vt:variant>
      <vt:variant>
        <vt:lpstr>Diacímek</vt:lpstr>
      </vt:variant>
      <vt:variant>
        <vt:i4>5</vt:i4>
      </vt:variant>
    </vt:vector>
  </HeadingPairs>
  <TitlesOfParts>
    <vt:vector size="8" baseType="lpstr">
      <vt:lpstr>Arial</vt:lpstr>
      <vt:lpstr>Tw Cen MT</vt:lpstr>
      <vt:lpstr>Cseppecske</vt:lpstr>
      <vt:lpstr>Hogyan Alkossunk egy álomcsapatot amiben egy öröm dolgozni</vt:lpstr>
      <vt:lpstr>1. Lépés a csapatmunka hirdetés</vt:lpstr>
      <vt:lpstr>2. Lépés csapatagok kiválogatása: </vt:lpstr>
      <vt:lpstr>3. Lépés feladatok kiosztása:</vt:lpstr>
      <vt:lpstr>4. A munka összesítőnapló, dokumentum készítése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Hogyan Alkossunk egy álomcsapatot amiben egy öröm dolgozni</dc:title>
  <dc:creator>László Bence József</dc:creator>
  <cp:lastModifiedBy>László Bence József</cp:lastModifiedBy>
  <cp:revision>9</cp:revision>
  <dcterms:created xsi:type="dcterms:W3CDTF">2026-09-21T11:55:50Z</dcterms:created>
  <dcterms:modified xsi:type="dcterms:W3CDTF">2026-09-21T12:52:35Z</dcterms:modified>
</cp:coreProperties>
</file>